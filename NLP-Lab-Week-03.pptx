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 id="2147483671" r:id="rId2"/>
  </p:sldMasterIdLst>
  <p:notesMasterIdLst>
    <p:notesMasterId r:id="rId9"/>
  </p:notesMasterIdLst>
  <p:sldIdLst>
    <p:sldId id="256" r:id="rId3"/>
    <p:sldId id="257" r:id="rId4"/>
    <p:sldId id="258" r:id="rId5"/>
    <p:sldId id="259" r:id="rId6"/>
    <p:sldId id="260" r:id="rId7"/>
    <p:sldId id="261" r:id="rId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14360C9A-C894-418A-92A2-96B242527156}"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bab21d1aff_0_2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g3bab21d1aff_0_2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g3bab21d1aff_0_2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bab21d1aff_0_1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g3bab21d1aff_0_1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ab21d1aff_0_6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g3bab21d1aff_0_6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8c8e67fb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g3b8c8e67fb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bab21d1aff_0_4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 name="Google Shape;167;g3bab21d1aff_0_4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bab21d1aff_0_5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g3bab21d1aff_0_5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685800" y="1597820"/>
            <a:ext cx="7772400" cy="110250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8" name="Google Shape;58;p14"/>
          <p:cNvSpPr txBox="1">
            <a:spLocks noGrp="1"/>
          </p:cNvSpPr>
          <p:nvPr>
            <p:ph type="subTitle" idx="1"/>
          </p:nvPr>
        </p:nvSpPr>
        <p:spPr>
          <a:xfrm>
            <a:off x="1371600" y="2914650"/>
            <a:ext cx="6400800" cy="1314600"/>
          </a:xfrm>
          <a:prstGeom prst="rect">
            <a:avLst/>
          </a:prstGeom>
          <a:noFill/>
          <a:ln>
            <a:noFill/>
          </a:ln>
        </p:spPr>
        <p:txBody>
          <a:bodyPr spcFirstLastPara="1" wrap="square" lIns="68575" tIns="34275" rIns="68575" bIns="34275" anchor="t" anchorCtr="0">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a:endParaRPr/>
          </a:p>
        </p:txBody>
      </p:sp>
      <p:sp>
        <p:nvSpPr>
          <p:cNvPr id="59" name="Google Shape;59;p14"/>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Google Shape;60;p14"/>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1" name="Google Shape;61;p14"/>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457200" y="205978"/>
            <a:ext cx="8229600" cy="85740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4" name="Google Shape;64;p15"/>
          <p:cNvSpPr txBox="1">
            <a:spLocks noGrp="1"/>
          </p:cNvSpPr>
          <p:nvPr>
            <p:ph type="body" idx="1"/>
          </p:nvPr>
        </p:nvSpPr>
        <p:spPr>
          <a:xfrm>
            <a:off x="457200" y="1200151"/>
            <a:ext cx="8229600" cy="3394500"/>
          </a:xfrm>
          <a:prstGeom prst="rect">
            <a:avLst/>
          </a:prstGeom>
          <a:noFill/>
          <a:ln>
            <a:noFill/>
          </a:ln>
        </p:spPr>
        <p:txBody>
          <a:bodyPr spcFirstLastPara="1" wrap="square" lIns="68575" tIns="34275" rIns="68575" bIns="34275" anchor="t" anchorCtr="0">
            <a:normAutofit/>
          </a:bodyPr>
          <a:lstStyle>
            <a:lvl1pPr marL="457200" lvl="0" indent="-317500" algn="l">
              <a:spcBef>
                <a:spcPts val="300"/>
              </a:spcBef>
              <a:spcAft>
                <a:spcPts val="0"/>
              </a:spcAft>
              <a:buClr>
                <a:schemeClr val="dk1"/>
              </a:buClr>
              <a:buSzPts val="1400"/>
              <a:buChar char="•"/>
              <a:defRPr/>
            </a:lvl1pPr>
            <a:lvl2pPr marL="914400" lvl="1" indent="-317500" algn="l">
              <a:spcBef>
                <a:spcPts val="300"/>
              </a:spcBef>
              <a:spcAft>
                <a:spcPts val="0"/>
              </a:spcAft>
              <a:buClr>
                <a:schemeClr val="dk1"/>
              </a:buClr>
              <a:buSzPts val="1400"/>
              <a:buChar char="–"/>
              <a:defRPr/>
            </a:lvl2pPr>
            <a:lvl3pPr marL="1371600" lvl="2" indent="-317500" algn="l">
              <a:spcBef>
                <a:spcPts val="300"/>
              </a:spcBef>
              <a:spcAft>
                <a:spcPts val="0"/>
              </a:spcAft>
              <a:buClr>
                <a:schemeClr val="dk1"/>
              </a:buClr>
              <a:buSzPts val="1400"/>
              <a:buChar char="•"/>
              <a:defRPr/>
            </a:lvl3pPr>
            <a:lvl4pPr marL="1828800" lvl="3" indent="-317500" algn="l">
              <a:spcBef>
                <a:spcPts val="300"/>
              </a:spcBef>
              <a:spcAft>
                <a:spcPts val="0"/>
              </a:spcAft>
              <a:buClr>
                <a:schemeClr val="dk1"/>
              </a:buClr>
              <a:buSzPts val="1400"/>
              <a:buChar char="–"/>
              <a:defRPr/>
            </a:lvl4pPr>
            <a:lvl5pPr marL="2286000" lvl="4" indent="-317500" algn="l">
              <a:spcBef>
                <a:spcPts val="3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65" name="Google Shape;65;p15"/>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Google Shape;66;p15"/>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Google Shape;67;p15"/>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722313" y="3305176"/>
            <a:ext cx="7772400" cy="1021500"/>
          </a:xfrm>
          <a:prstGeom prst="rect">
            <a:avLst/>
          </a:prstGeom>
          <a:noFill/>
          <a:ln>
            <a:noFill/>
          </a:ln>
        </p:spPr>
        <p:txBody>
          <a:bodyPr spcFirstLastPara="1" wrap="square" lIns="68575" tIns="34275" rIns="68575" bIns="34275" anchor="t" anchorCtr="0">
            <a:normAutofit/>
          </a:bodyPr>
          <a:lstStyle>
            <a:lvl1pPr lvl="0" algn="l">
              <a:spcBef>
                <a:spcPts val="0"/>
              </a:spcBef>
              <a:spcAft>
                <a:spcPts val="0"/>
              </a:spcAft>
              <a:buClr>
                <a:schemeClr val="dk1"/>
              </a:buClr>
              <a:buSzPts val="3000"/>
              <a:buFont typeface="Calibri"/>
              <a:buNone/>
              <a:defRPr sz="3000" b="1"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Google Shape;70;p16"/>
          <p:cNvSpPr txBox="1">
            <a:spLocks noGrp="1"/>
          </p:cNvSpPr>
          <p:nvPr>
            <p:ph type="body" idx="1"/>
          </p:nvPr>
        </p:nvSpPr>
        <p:spPr>
          <a:xfrm>
            <a:off x="722313" y="2180035"/>
            <a:ext cx="7772400" cy="1125300"/>
          </a:xfrm>
          <a:prstGeom prst="rect">
            <a:avLst/>
          </a:prstGeom>
          <a:noFill/>
          <a:ln>
            <a:noFill/>
          </a:ln>
        </p:spPr>
        <p:txBody>
          <a:bodyPr spcFirstLastPara="1" wrap="square" lIns="68575" tIns="34275" rIns="68575" bIns="34275" anchor="b" anchorCtr="0">
            <a:normAutofit/>
          </a:bodyPr>
          <a:lstStyle>
            <a:lvl1pPr marL="457200" lvl="0" indent="-228600" algn="l">
              <a:spcBef>
                <a:spcPts val="300"/>
              </a:spcBef>
              <a:spcAft>
                <a:spcPts val="0"/>
              </a:spcAft>
              <a:buClr>
                <a:srgbClr val="888888"/>
              </a:buClr>
              <a:buSzPts val="1500"/>
              <a:buNone/>
              <a:defRPr sz="1500">
                <a:solidFill>
                  <a:srgbClr val="888888"/>
                </a:solidFill>
              </a:defRPr>
            </a:lvl1pPr>
            <a:lvl2pPr marL="914400" lvl="1" indent="-228600" algn="l">
              <a:spcBef>
                <a:spcPts val="300"/>
              </a:spcBef>
              <a:spcAft>
                <a:spcPts val="0"/>
              </a:spcAft>
              <a:buClr>
                <a:srgbClr val="888888"/>
              </a:buClr>
              <a:buSzPts val="1400"/>
              <a:buNone/>
              <a:defRPr sz="1400">
                <a:solidFill>
                  <a:srgbClr val="888888"/>
                </a:solidFill>
              </a:defRPr>
            </a:lvl2pPr>
            <a:lvl3pPr marL="1371600" lvl="2" indent="-228600" algn="l">
              <a:spcBef>
                <a:spcPts val="200"/>
              </a:spcBef>
              <a:spcAft>
                <a:spcPts val="0"/>
              </a:spcAft>
              <a:buClr>
                <a:srgbClr val="888888"/>
              </a:buClr>
              <a:buSzPts val="1200"/>
              <a:buNone/>
              <a:defRPr sz="1200">
                <a:solidFill>
                  <a:srgbClr val="888888"/>
                </a:solidFill>
              </a:defRPr>
            </a:lvl3pPr>
            <a:lvl4pPr marL="1828800" lvl="3" indent="-228600" algn="l">
              <a:spcBef>
                <a:spcPts val="200"/>
              </a:spcBef>
              <a:spcAft>
                <a:spcPts val="0"/>
              </a:spcAft>
              <a:buClr>
                <a:srgbClr val="888888"/>
              </a:buClr>
              <a:buSzPts val="1100"/>
              <a:buNone/>
              <a:defRPr sz="1100">
                <a:solidFill>
                  <a:srgbClr val="888888"/>
                </a:solidFill>
              </a:defRPr>
            </a:lvl4pPr>
            <a:lvl5pPr marL="2286000" lvl="4" indent="-228600" algn="l">
              <a:spcBef>
                <a:spcPts val="200"/>
              </a:spcBef>
              <a:spcAft>
                <a:spcPts val="0"/>
              </a:spcAft>
              <a:buClr>
                <a:srgbClr val="888888"/>
              </a:buClr>
              <a:buSzPts val="1100"/>
              <a:buNone/>
              <a:defRPr sz="1100">
                <a:solidFill>
                  <a:srgbClr val="888888"/>
                </a:solidFill>
              </a:defRPr>
            </a:lvl5pPr>
            <a:lvl6pPr marL="2743200" lvl="5" indent="-228600" algn="l">
              <a:spcBef>
                <a:spcPts val="200"/>
              </a:spcBef>
              <a:spcAft>
                <a:spcPts val="0"/>
              </a:spcAft>
              <a:buClr>
                <a:srgbClr val="888888"/>
              </a:buClr>
              <a:buSzPts val="1100"/>
              <a:buNone/>
              <a:defRPr sz="1100">
                <a:solidFill>
                  <a:srgbClr val="888888"/>
                </a:solidFill>
              </a:defRPr>
            </a:lvl6pPr>
            <a:lvl7pPr marL="3200400" lvl="6" indent="-228600" algn="l">
              <a:spcBef>
                <a:spcPts val="200"/>
              </a:spcBef>
              <a:spcAft>
                <a:spcPts val="0"/>
              </a:spcAft>
              <a:buClr>
                <a:srgbClr val="888888"/>
              </a:buClr>
              <a:buSzPts val="1100"/>
              <a:buNone/>
              <a:defRPr sz="1100">
                <a:solidFill>
                  <a:srgbClr val="888888"/>
                </a:solidFill>
              </a:defRPr>
            </a:lvl7pPr>
            <a:lvl8pPr marL="3657600" lvl="7" indent="-228600" algn="l">
              <a:spcBef>
                <a:spcPts val="200"/>
              </a:spcBef>
              <a:spcAft>
                <a:spcPts val="0"/>
              </a:spcAft>
              <a:buClr>
                <a:srgbClr val="888888"/>
              </a:buClr>
              <a:buSzPts val="1100"/>
              <a:buNone/>
              <a:defRPr sz="1100">
                <a:solidFill>
                  <a:srgbClr val="888888"/>
                </a:solidFill>
              </a:defRPr>
            </a:lvl8pPr>
            <a:lvl9pPr marL="4114800" lvl="8" indent="-228600" algn="l">
              <a:spcBef>
                <a:spcPts val="200"/>
              </a:spcBef>
              <a:spcAft>
                <a:spcPts val="0"/>
              </a:spcAft>
              <a:buClr>
                <a:srgbClr val="888888"/>
              </a:buClr>
              <a:buSzPts val="1100"/>
              <a:buNone/>
              <a:defRPr sz="1100">
                <a:solidFill>
                  <a:srgbClr val="888888"/>
                </a:solidFill>
              </a:defRPr>
            </a:lvl9pPr>
          </a:lstStyle>
          <a:p>
            <a:endParaRPr/>
          </a:p>
        </p:txBody>
      </p:sp>
      <p:sp>
        <p:nvSpPr>
          <p:cNvPr id="71" name="Google Shape;71;p16"/>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Google Shape;72;p16"/>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Google Shape;73;p16"/>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457200" y="205978"/>
            <a:ext cx="8229600" cy="85740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Google Shape;76;p17"/>
          <p:cNvSpPr txBox="1">
            <a:spLocks noGrp="1"/>
          </p:cNvSpPr>
          <p:nvPr>
            <p:ph type="body" idx="1"/>
          </p:nvPr>
        </p:nvSpPr>
        <p:spPr>
          <a:xfrm>
            <a:off x="457200" y="1200151"/>
            <a:ext cx="4038600" cy="3394500"/>
          </a:xfrm>
          <a:prstGeom prst="rect">
            <a:avLst/>
          </a:prstGeom>
          <a:noFill/>
          <a:ln>
            <a:noFill/>
          </a:ln>
        </p:spPr>
        <p:txBody>
          <a:bodyPr spcFirstLastPara="1" wrap="square" lIns="68575" tIns="34275" rIns="68575" bIns="34275" anchor="t" anchorCtr="0">
            <a:normAutofit/>
          </a:bodyPr>
          <a:lstStyle>
            <a:lvl1pPr marL="457200" lvl="0" indent="-361950" algn="l">
              <a:spcBef>
                <a:spcPts val="400"/>
              </a:spcBef>
              <a:spcAft>
                <a:spcPts val="0"/>
              </a:spcAft>
              <a:buClr>
                <a:schemeClr val="dk1"/>
              </a:buClr>
              <a:buSzPts val="2100"/>
              <a:buChar char="•"/>
              <a:defRPr sz="2100"/>
            </a:lvl1pPr>
            <a:lvl2pPr marL="914400" lvl="1" indent="-342900" algn="l">
              <a:spcBef>
                <a:spcPts val="40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7500" algn="l">
              <a:spcBef>
                <a:spcPts val="300"/>
              </a:spcBef>
              <a:spcAft>
                <a:spcPts val="0"/>
              </a:spcAft>
              <a:buClr>
                <a:schemeClr val="dk1"/>
              </a:buClr>
              <a:buSzPts val="1400"/>
              <a:buChar char="–"/>
              <a:defRPr sz="1400"/>
            </a:lvl4pPr>
            <a:lvl5pPr marL="2286000" lvl="4" indent="-317500" algn="l">
              <a:spcBef>
                <a:spcPts val="300"/>
              </a:spcBef>
              <a:spcAft>
                <a:spcPts val="0"/>
              </a:spcAft>
              <a:buClr>
                <a:schemeClr val="dk1"/>
              </a:buClr>
              <a:buSzPts val="1400"/>
              <a:buChar char="»"/>
              <a:defRPr sz="1400"/>
            </a:lvl5pPr>
            <a:lvl6pPr marL="2743200" lvl="5" indent="-317500" algn="l">
              <a:spcBef>
                <a:spcPts val="300"/>
              </a:spcBef>
              <a:spcAft>
                <a:spcPts val="0"/>
              </a:spcAft>
              <a:buClr>
                <a:schemeClr val="dk1"/>
              </a:buClr>
              <a:buSzPts val="1400"/>
              <a:buChar char="•"/>
              <a:defRPr sz="1400"/>
            </a:lvl6pPr>
            <a:lvl7pPr marL="3200400" lvl="6" indent="-317500" algn="l">
              <a:spcBef>
                <a:spcPts val="300"/>
              </a:spcBef>
              <a:spcAft>
                <a:spcPts val="0"/>
              </a:spcAft>
              <a:buClr>
                <a:schemeClr val="dk1"/>
              </a:buClr>
              <a:buSzPts val="1400"/>
              <a:buChar char="•"/>
              <a:defRPr sz="1400"/>
            </a:lvl7pPr>
            <a:lvl8pPr marL="3657600" lvl="7" indent="-317500" algn="l">
              <a:spcBef>
                <a:spcPts val="300"/>
              </a:spcBef>
              <a:spcAft>
                <a:spcPts val="0"/>
              </a:spcAft>
              <a:buClr>
                <a:schemeClr val="dk1"/>
              </a:buClr>
              <a:buSzPts val="1400"/>
              <a:buChar char="•"/>
              <a:defRPr sz="1400"/>
            </a:lvl8pPr>
            <a:lvl9pPr marL="4114800" lvl="8" indent="-317500" algn="l">
              <a:spcBef>
                <a:spcPts val="300"/>
              </a:spcBef>
              <a:spcAft>
                <a:spcPts val="0"/>
              </a:spcAft>
              <a:buClr>
                <a:schemeClr val="dk1"/>
              </a:buClr>
              <a:buSzPts val="1400"/>
              <a:buChar char="•"/>
              <a:defRPr sz="1400"/>
            </a:lvl9pPr>
          </a:lstStyle>
          <a:p>
            <a:endParaRPr/>
          </a:p>
        </p:txBody>
      </p:sp>
      <p:sp>
        <p:nvSpPr>
          <p:cNvPr id="77" name="Google Shape;77;p17"/>
          <p:cNvSpPr txBox="1">
            <a:spLocks noGrp="1"/>
          </p:cNvSpPr>
          <p:nvPr>
            <p:ph type="body" idx="2"/>
          </p:nvPr>
        </p:nvSpPr>
        <p:spPr>
          <a:xfrm>
            <a:off x="4648200" y="1200151"/>
            <a:ext cx="4038600" cy="3394500"/>
          </a:xfrm>
          <a:prstGeom prst="rect">
            <a:avLst/>
          </a:prstGeom>
          <a:noFill/>
          <a:ln>
            <a:noFill/>
          </a:ln>
        </p:spPr>
        <p:txBody>
          <a:bodyPr spcFirstLastPara="1" wrap="square" lIns="68575" tIns="34275" rIns="68575" bIns="34275" anchor="t" anchorCtr="0">
            <a:normAutofit/>
          </a:bodyPr>
          <a:lstStyle>
            <a:lvl1pPr marL="457200" lvl="0" indent="-361950" algn="l">
              <a:spcBef>
                <a:spcPts val="400"/>
              </a:spcBef>
              <a:spcAft>
                <a:spcPts val="0"/>
              </a:spcAft>
              <a:buClr>
                <a:schemeClr val="dk1"/>
              </a:buClr>
              <a:buSzPts val="2100"/>
              <a:buChar char="•"/>
              <a:defRPr sz="2100"/>
            </a:lvl1pPr>
            <a:lvl2pPr marL="914400" lvl="1" indent="-342900" algn="l">
              <a:spcBef>
                <a:spcPts val="40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7500" algn="l">
              <a:spcBef>
                <a:spcPts val="300"/>
              </a:spcBef>
              <a:spcAft>
                <a:spcPts val="0"/>
              </a:spcAft>
              <a:buClr>
                <a:schemeClr val="dk1"/>
              </a:buClr>
              <a:buSzPts val="1400"/>
              <a:buChar char="–"/>
              <a:defRPr sz="1400"/>
            </a:lvl4pPr>
            <a:lvl5pPr marL="2286000" lvl="4" indent="-317500" algn="l">
              <a:spcBef>
                <a:spcPts val="300"/>
              </a:spcBef>
              <a:spcAft>
                <a:spcPts val="0"/>
              </a:spcAft>
              <a:buClr>
                <a:schemeClr val="dk1"/>
              </a:buClr>
              <a:buSzPts val="1400"/>
              <a:buChar char="»"/>
              <a:defRPr sz="1400"/>
            </a:lvl5pPr>
            <a:lvl6pPr marL="2743200" lvl="5" indent="-317500" algn="l">
              <a:spcBef>
                <a:spcPts val="300"/>
              </a:spcBef>
              <a:spcAft>
                <a:spcPts val="0"/>
              </a:spcAft>
              <a:buClr>
                <a:schemeClr val="dk1"/>
              </a:buClr>
              <a:buSzPts val="1400"/>
              <a:buChar char="•"/>
              <a:defRPr sz="1400"/>
            </a:lvl6pPr>
            <a:lvl7pPr marL="3200400" lvl="6" indent="-317500" algn="l">
              <a:spcBef>
                <a:spcPts val="300"/>
              </a:spcBef>
              <a:spcAft>
                <a:spcPts val="0"/>
              </a:spcAft>
              <a:buClr>
                <a:schemeClr val="dk1"/>
              </a:buClr>
              <a:buSzPts val="1400"/>
              <a:buChar char="•"/>
              <a:defRPr sz="1400"/>
            </a:lvl7pPr>
            <a:lvl8pPr marL="3657600" lvl="7" indent="-317500" algn="l">
              <a:spcBef>
                <a:spcPts val="300"/>
              </a:spcBef>
              <a:spcAft>
                <a:spcPts val="0"/>
              </a:spcAft>
              <a:buClr>
                <a:schemeClr val="dk1"/>
              </a:buClr>
              <a:buSzPts val="1400"/>
              <a:buChar char="•"/>
              <a:defRPr sz="1400"/>
            </a:lvl8pPr>
            <a:lvl9pPr marL="4114800" lvl="8" indent="-317500" algn="l">
              <a:spcBef>
                <a:spcPts val="300"/>
              </a:spcBef>
              <a:spcAft>
                <a:spcPts val="0"/>
              </a:spcAft>
              <a:buClr>
                <a:schemeClr val="dk1"/>
              </a:buClr>
              <a:buSzPts val="1400"/>
              <a:buChar char="•"/>
              <a:defRPr sz="1400"/>
            </a:lvl9pPr>
          </a:lstStyle>
          <a:p>
            <a:endParaRPr/>
          </a:p>
        </p:txBody>
      </p:sp>
      <p:sp>
        <p:nvSpPr>
          <p:cNvPr id="78" name="Google Shape;78;p17"/>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Google Shape;79;p17"/>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0" name="Google Shape;80;p17"/>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457200" y="205978"/>
            <a:ext cx="8229600" cy="85740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3" name="Google Shape;83;p18"/>
          <p:cNvSpPr txBox="1">
            <a:spLocks noGrp="1"/>
          </p:cNvSpPr>
          <p:nvPr>
            <p:ph type="body" idx="1"/>
          </p:nvPr>
        </p:nvSpPr>
        <p:spPr>
          <a:xfrm>
            <a:off x="457200" y="1151335"/>
            <a:ext cx="4040100" cy="480000"/>
          </a:xfrm>
          <a:prstGeom prst="rect">
            <a:avLst/>
          </a:prstGeom>
          <a:noFill/>
          <a:ln>
            <a:noFill/>
          </a:ln>
        </p:spPr>
        <p:txBody>
          <a:bodyPr spcFirstLastPara="1" wrap="square" lIns="68575" tIns="34275" rIns="68575" bIns="34275" anchor="b" anchorCtr="0">
            <a:normAutofit/>
          </a:bodyPr>
          <a:lstStyle>
            <a:lvl1pPr marL="457200" lvl="0" indent="-228600" algn="l">
              <a:spcBef>
                <a:spcPts val="40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300"/>
              </a:spcBef>
              <a:spcAft>
                <a:spcPts val="0"/>
              </a:spcAft>
              <a:buClr>
                <a:schemeClr val="dk1"/>
              </a:buClr>
              <a:buSzPts val="1400"/>
              <a:buNone/>
              <a:defRPr sz="1400" b="1"/>
            </a:lvl3pPr>
            <a:lvl4pPr marL="1828800" lvl="3" indent="-228600" algn="l">
              <a:spcBef>
                <a:spcPts val="200"/>
              </a:spcBef>
              <a:spcAft>
                <a:spcPts val="0"/>
              </a:spcAft>
              <a:buClr>
                <a:schemeClr val="dk1"/>
              </a:buClr>
              <a:buSzPts val="1200"/>
              <a:buNone/>
              <a:defRPr sz="1200" b="1"/>
            </a:lvl4pPr>
            <a:lvl5pPr marL="2286000" lvl="4" indent="-228600" algn="l">
              <a:spcBef>
                <a:spcPts val="200"/>
              </a:spcBef>
              <a:spcAft>
                <a:spcPts val="0"/>
              </a:spcAft>
              <a:buClr>
                <a:schemeClr val="dk1"/>
              </a:buClr>
              <a:buSzPts val="1200"/>
              <a:buNone/>
              <a:defRPr sz="1200" b="1"/>
            </a:lvl5pPr>
            <a:lvl6pPr marL="2743200" lvl="5" indent="-228600" algn="l">
              <a:spcBef>
                <a:spcPts val="200"/>
              </a:spcBef>
              <a:spcAft>
                <a:spcPts val="0"/>
              </a:spcAft>
              <a:buClr>
                <a:schemeClr val="dk1"/>
              </a:buClr>
              <a:buSzPts val="1200"/>
              <a:buNone/>
              <a:defRPr sz="1200" b="1"/>
            </a:lvl6pPr>
            <a:lvl7pPr marL="3200400" lvl="6" indent="-228600" algn="l">
              <a:spcBef>
                <a:spcPts val="200"/>
              </a:spcBef>
              <a:spcAft>
                <a:spcPts val="0"/>
              </a:spcAft>
              <a:buClr>
                <a:schemeClr val="dk1"/>
              </a:buClr>
              <a:buSzPts val="1200"/>
              <a:buNone/>
              <a:defRPr sz="1200" b="1"/>
            </a:lvl7pPr>
            <a:lvl8pPr marL="3657600" lvl="7" indent="-228600" algn="l">
              <a:spcBef>
                <a:spcPts val="200"/>
              </a:spcBef>
              <a:spcAft>
                <a:spcPts val="0"/>
              </a:spcAft>
              <a:buClr>
                <a:schemeClr val="dk1"/>
              </a:buClr>
              <a:buSzPts val="1200"/>
              <a:buNone/>
              <a:defRPr sz="1200" b="1"/>
            </a:lvl8pPr>
            <a:lvl9pPr marL="4114800" lvl="8" indent="-228600" algn="l">
              <a:spcBef>
                <a:spcPts val="200"/>
              </a:spcBef>
              <a:spcAft>
                <a:spcPts val="0"/>
              </a:spcAft>
              <a:buClr>
                <a:schemeClr val="dk1"/>
              </a:buClr>
              <a:buSzPts val="1200"/>
              <a:buNone/>
              <a:defRPr sz="1200" b="1"/>
            </a:lvl9pPr>
          </a:lstStyle>
          <a:p>
            <a:endParaRPr/>
          </a:p>
        </p:txBody>
      </p:sp>
      <p:sp>
        <p:nvSpPr>
          <p:cNvPr id="84" name="Google Shape;84;p18"/>
          <p:cNvSpPr txBox="1">
            <a:spLocks noGrp="1"/>
          </p:cNvSpPr>
          <p:nvPr>
            <p:ph type="body" idx="2"/>
          </p:nvPr>
        </p:nvSpPr>
        <p:spPr>
          <a:xfrm>
            <a:off x="457200" y="1631156"/>
            <a:ext cx="4040100" cy="2963400"/>
          </a:xfrm>
          <a:prstGeom prst="rect">
            <a:avLst/>
          </a:prstGeom>
          <a:noFill/>
          <a:ln>
            <a:noFill/>
          </a:ln>
        </p:spPr>
        <p:txBody>
          <a:bodyPr spcFirstLastPara="1" wrap="square" lIns="68575" tIns="34275" rIns="68575" bIns="34275" anchor="t" anchorCtr="0">
            <a:normAutofit/>
          </a:bodyPr>
          <a:lstStyle>
            <a:lvl1pPr marL="457200" lvl="0" indent="-342900" algn="l">
              <a:spcBef>
                <a:spcPts val="40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7500" algn="l">
              <a:spcBef>
                <a:spcPts val="300"/>
              </a:spcBef>
              <a:spcAft>
                <a:spcPts val="0"/>
              </a:spcAft>
              <a:buClr>
                <a:schemeClr val="dk1"/>
              </a:buClr>
              <a:buSzPts val="1400"/>
              <a:buChar char="•"/>
              <a:defRPr sz="1400"/>
            </a:lvl3pPr>
            <a:lvl4pPr marL="1828800" lvl="3" indent="-304800" algn="l">
              <a:spcBef>
                <a:spcPts val="200"/>
              </a:spcBef>
              <a:spcAft>
                <a:spcPts val="0"/>
              </a:spcAft>
              <a:buClr>
                <a:schemeClr val="dk1"/>
              </a:buClr>
              <a:buSzPts val="1200"/>
              <a:buChar char="–"/>
              <a:defRPr sz="1200"/>
            </a:lvl4pPr>
            <a:lvl5pPr marL="2286000" lvl="4" indent="-304800" algn="l">
              <a:spcBef>
                <a:spcPts val="200"/>
              </a:spcBef>
              <a:spcAft>
                <a:spcPts val="0"/>
              </a:spcAft>
              <a:buClr>
                <a:schemeClr val="dk1"/>
              </a:buClr>
              <a:buSzPts val="1200"/>
              <a:buChar char="»"/>
              <a:defRPr sz="1200"/>
            </a:lvl5pPr>
            <a:lvl6pPr marL="2743200" lvl="5" indent="-304800" algn="l">
              <a:spcBef>
                <a:spcPts val="200"/>
              </a:spcBef>
              <a:spcAft>
                <a:spcPts val="0"/>
              </a:spcAft>
              <a:buClr>
                <a:schemeClr val="dk1"/>
              </a:buClr>
              <a:buSzPts val="1200"/>
              <a:buChar char="•"/>
              <a:defRPr sz="1200"/>
            </a:lvl6pPr>
            <a:lvl7pPr marL="3200400" lvl="6" indent="-304800" algn="l">
              <a:spcBef>
                <a:spcPts val="200"/>
              </a:spcBef>
              <a:spcAft>
                <a:spcPts val="0"/>
              </a:spcAft>
              <a:buClr>
                <a:schemeClr val="dk1"/>
              </a:buClr>
              <a:buSzPts val="1200"/>
              <a:buChar char="•"/>
              <a:defRPr sz="1200"/>
            </a:lvl7pPr>
            <a:lvl8pPr marL="3657600" lvl="7" indent="-304800" algn="l">
              <a:spcBef>
                <a:spcPts val="200"/>
              </a:spcBef>
              <a:spcAft>
                <a:spcPts val="0"/>
              </a:spcAft>
              <a:buClr>
                <a:schemeClr val="dk1"/>
              </a:buClr>
              <a:buSzPts val="1200"/>
              <a:buChar char="•"/>
              <a:defRPr sz="1200"/>
            </a:lvl8pPr>
            <a:lvl9pPr marL="4114800" lvl="8" indent="-304800" algn="l">
              <a:spcBef>
                <a:spcPts val="200"/>
              </a:spcBef>
              <a:spcAft>
                <a:spcPts val="0"/>
              </a:spcAft>
              <a:buClr>
                <a:schemeClr val="dk1"/>
              </a:buClr>
              <a:buSzPts val="1200"/>
              <a:buChar char="•"/>
              <a:defRPr sz="1200"/>
            </a:lvl9pPr>
          </a:lstStyle>
          <a:p>
            <a:endParaRPr/>
          </a:p>
        </p:txBody>
      </p:sp>
      <p:sp>
        <p:nvSpPr>
          <p:cNvPr id="85" name="Google Shape;85;p18"/>
          <p:cNvSpPr txBox="1">
            <a:spLocks noGrp="1"/>
          </p:cNvSpPr>
          <p:nvPr>
            <p:ph type="body" idx="3"/>
          </p:nvPr>
        </p:nvSpPr>
        <p:spPr>
          <a:xfrm>
            <a:off x="4645026" y="1151335"/>
            <a:ext cx="4041600" cy="480000"/>
          </a:xfrm>
          <a:prstGeom prst="rect">
            <a:avLst/>
          </a:prstGeom>
          <a:noFill/>
          <a:ln>
            <a:noFill/>
          </a:ln>
        </p:spPr>
        <p:txBody>
          <a:bodyPr spcFirstLastPara="1" wrap="square" lIns="68575" tIns="34275" rIns="68575" bIns="34275" anchor="b" anchorCtr="0">
            <a:normAutofit/>
          </a:bodyPr>
          <a:lstStyle>
            <a:lvl1pPr marL="457200" lvl="0" indent="-228600" algn="l">
              <a:spcBef>
                <a:spcPts val="40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300"/>
              </a:spcBef>
              <a:spcAft>
                <a:spcPts val="0"/>
              </a:spcAft>
              <a:buClr>
                <a:schemeClr val="dk1"/>
              </a:buClr>
              <a:buSzPts val="1400"/>
              <a:buNone/>
              <a:defRPr sz="1400" b="1"/>
            </a:lvl3pPr>
            <a:lvl4pPr marL="1828800" lvl="3" indent="-228600" algn="l">
              <a:spcBef>
                <a:spcPts val="200"/>
              </a:spcBef>
              <a:spcAft>
                <a:spcPts val="0"/>
              </a:spcAft>
              <a:buClr>
                <a:schemeClr val="dk1"/>
              </a:buClr>
              <a:buSzPts val="1200"/>
              <a:buNone/>
              <a:defRPr sz="1200" b="1"/>
            </a:lvl4pPr>
            <a:lvl5pPr marL="2286000" lvl="4" indent="-228600" algn="l">
              <a:spcBef>
                <a:spcPts val="200"/>
              </a:spcBef>
              <a:spcAft>
                <a:spcPts val="0"/>
              </a:spcAft>
              <a:buClr>
                <a:schemeClr val="dk1"/>
              </a:buClr>
              <a:buSzPts val="1200"/>
              <a:buNone/>
              <a:defRPr sz="1200" b="1"/>
            </a:lvl5pPr>
            <a:lvl6pPr marL="2743200" lvl="5" indent="-228600" algn="l">
              <a:spcBef>
                <a:spcPts val="200"/>
              </a:spcBef>
              <a:spcAft>
                <a:spcPts val="0"/>
              </a:spcAft>
              <a:buClr>
                <a:schemeClr val="dk1"/>
              </a:buClr>
              <a:buSzPts val="1200"/>
              <a:buNone/>
              <a:defRPr sz="1200" b="1"/>
            </a:lvl6pPr>
            <a:lvl7pPr marL="3200400" lvl="6" indent="-228600" algn="l">
              <a:spcBef>
                <a:spcPts val="200"/>
              </a:spcBef>
              <a:spcAft>
                <a:spcPts val="0"/>
              </a:spcAft>
              <a:buClr>
                <a:schemeClr val="dk1"/>
              </a:buClr>
              <a:buSzPts val="1200"/>
              <a:buNone/>
              <a:defRPr sz="1200" b="1"/>
            </a:lvl7pPr>
            <a:lvl8pPr marL="3657600" lvl="7" indent="-228600" algn="l">
              <a:spcBef>
                <a:spcPts val="200"/>
              </a:spcBef>
              <a:spcAft>
                <a:spcPts val="0"/>
              </a:spcAft>
              <a:buClr>
                <a:schemeClr val="dk1"/>
              </a:buClr>
              <a:buSzPts val="1200"/>
              <a:buNone/>
              <a:defRPr sz="1200" b="1"/>
            </a:lvl8pPr>
            <a:lvl9pPr marL="4114800" lvl="8" indent="-228600" algn="l">
              <a:spcBef>
                <a:spcPts val="200"/>
              </a:spcBef>
              <a:spcAft>
                <a:spcPts val="0"/>
              </a:spcAft>
              <a:buClr>
                <a:schemeClr val="dk1"/>
              </a:buClr>
              <a:buSzPts val="1200"/>
              <a:buNone/>
              <a:defRPr sz="1200" b="1"/>
            </a:lvl9pPr>
          </a:lstStyle>
          <a:p>
            <a:endParaRPr/>
          </a:p>
        </p:txBody>
      </p:sp>
      <p:sp>
        <p:nvSpPr>
          <p:cNvPr id="86" name="Google Shape;86;p18"/>
          <p:cNvSpPr txBox="1">
            <a:spLocks noGrp="1"/>
          </p:cNvSpPr>
          <p:nvPr>
            <p:ph type="body" idx="4"/>
          </p:nvPr>
        </p:nvSpPr>
        <p:spPr>
          <a:xfrm>
            <a:off x="4645026" y="1631156"/>
            <a:ext cx="4041600" cy="2963400"/>
          </a:xfrm>
          <a:prstGeom prst="rect">
            <a:avLst/>
          </a:prstGeom>
          <a:noFill/>
          <a:ln>
            <a:noFill/>
          </a:ln>
        </p:spPr>
        <p:txBody>
          <a:bodyPr spcFirstLastPara="1" wrap="square" lIns="68575" tIns="34275" rIns="68575" bIns="34275" anchor="t" anchorCtr="0">
            <a:normAutofit/>
          </a:bodyPr>
          <a:lstStyle>
            <a:lvl1pPr marL="457200" lvl="0" indent="-342900" algn="l">
              <a:spcBef>
                <a:spcPts val="40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7500" algn="l">
              <a:spcBef>
                <a:spcPts val="300"/>
              </a:spcBef>
              <a:spcAft>
                <a:spcPts val="0"/>
              </a:spcAft>
              <a:buClr>
                <a:schemeClr val="dk1"/>
              </a:buClr>
              <a:buSzPts val="1400"/>
              <a:buChar char="•"/>
              <a:defRPr sz="1400"/>
            </a:lvl3pPr>
            <a:lvl4pPr marL="1828800" lvl="3" indent="-304800" algn="l">
              <a:spcBef>
                <a:spcPts val="200"/>
              </a:spcBef>
              <a:spcAft>
                <a:spcPts val="0"/>
              </a:spcAft>
              <a:buClr>
                <a:schemeClr val="dk1"/>
              </a:buClr>
              <a:buSzPts val="1200"/>
              <a:buChar char="–"/>
              <a:defRPr sz="1200"/>
            </a:lvl4pPr>
            <a:lvl5pPr marL="2286000" lvl="4" indent="-304800" algn="l">
              <a:spcBef>
                <a:spcPts val="200"/>
              </a:spcBef>
              <a:spcAft>
                <a:spcPts val="0"/>
              </a:spcAft>
              <a:buClr>
                <a:schemeClr val="dk1"/>
              </a:buClr>
              <a:buSzPts val="1200"/>
              <a:buChar char="»"/>
              <a:defRPr sz="1200"/>
            </a:lvl5pPr>
            <a:lvl6pPr marL="2743200" lvl="5" indent="-304800" algn="l">
              <a:spcBef>
                <a:spcPts val="200"/>
              </a:spcBef>
              <a:spcAft>
                <a:spcPts val="0"/>
              </a:spcAft>
              <a:buClr>
                <a:schemeClr val="dk1"/>
              </a:buClr>
              <a:buSzPts val="1200"/>
              <a:buChar char="•"/>
              <a:defRPr sz="1200"/>
            </a:lvl6pPr>
            <a:lvl7pPr marL="3200400" lvl="6" indent="-304800" algn="l">
              <a:spcBef>
                <a:spcPts val="200"/>
              </a:spcBef>
              <a:spcAft>
                <a:spcPts val="0"/>
              </a:spcAft>
              <a:buClr>
                <a:schemeClr val="dk1"/>
              </a:buClr>
              <a:buSzPts val="1200"/>
              <a:buChar char="•"/>
              <a:defRPr sz="1200"/>
            </a:lvl7pPr>
            <a:lvl8pPr marL="3657600" lvl="7" indent="-304800" algn="l">
              <a:spcBef>
                <a:spcPts val="200"/>
              </a:spcBef>
              <a:spcAft>
                <a:spcPts val="0"/>
              </a:spcAft>
              <a:buClr>
                <a:schemeClr val="dk1"/>
              </a:buClr>
              <a:buSzPts val="1200"/>
              <a:buChar char="•"/>
              <a:defRPr sz="1200"/>
            </a:lvl8pPr>
            <a:lvl9pPr marL="4114800" lvl="8" indent="-304800" algn="l">
              <a:spcBef>
                <a:spcPts val="200"/>
              </a:spcBef>
              <a:spcAft>
                <a:spcPts val="0"/>
              </a:spcAft>
              <a:buClr>
                <a:schemeClr val="dk1"/>
              </a:buClr>
              <a:buSzPts val="1200"/>
              <a:buChar char="•"/>
              <a:defRPr sz="1200"/>
            </a:lvl9pPr>
          </a:lstStyle>
          <a:p>
            <a:endParaRPr/>
          </a:p>
        </p:txBody>
      </p:sp>
      <p:sp>
        <p:nvSpPr>
          <p:cNvPr id="87" name="Google Shape;87;p18"/>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8" name="Google Shape;88;p18"/>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9" name="Google Shape;89;p18"/>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457200" y="205978"/>
            <a:ext cx="8229600" cy="85740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2" name="Google Shape;92;p19"/>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3" name="Google Shape;93;p19"/>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4" name="Google Shape;94;p19"/>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7" name="Google Shape;97;p20"/>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8" name="Google Shape;98;p20"/>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457201" y="204788"/>
            <a:ext cx="3008400" cy="871800"/>
          </a:xfrm>
          <a:prstGeom prst="rect">
            <a:avLst/>
          </a:prstGeom>
          <a:noFill/>
          <a:ln>
            <a:noFill/>
          </a:ln>
        </p:spPr>
        <p:txBody>
          <a:bodyPr spcFirstLastPara="1" wrap="square" lIns="68575" tIns="34275" rIns="68575" bIns="34275" anchor="b" anchorCtr="0">
            <a:normAutofit/>
          </a:bodyPr>
          <a:lstStyle>
            <a:lvl1pPr lvl="0" algn="l">
              <a:spcBef>
                <a:spcPts val="0"/>
              </a:spcBef>
              <a:spcAft>
                <a:spcPts val="0"/>
              </a:spcAft>
              <a:buClr>
                <a:schemeClr val="dk1"/>
              </a:buClr>
              <a:buSzPts val="1500"/>
              <a:buFont typeface="Calibri"/>
              <a:buNone/>
              <a:defRPr sz="1500"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1" name="Google Shape;101;p21"/>
          <p:cNvSpPr txBox="1">
            <a:spLocks noGrp="1"/>
          </p:cNvSpPr>
          <p:nvPr>
            <p:ph type="body" idx="1"/>
          </p:nvPr>
        </p:nvSpPr>
        <p:spPr>
          <a:xfrm>
            <a:off x="3575050" y="204788"/>
            <a:ext cx="5111700" cy="4389900"/>
          </a:xfrm>
          <a:prstGeom prst="rect">
            <a:avLst/>
          </a:prstGeom>
          <a:noFill/>
          <a:ln>
            <a:noFill/>
          </a:ln>
        </p:spPr>
        <p:txBody>
          <a:bodyPr spcFirstLastPara="1" wrap="square" lIns="68575" tIns="34275" rIns="68575" bIns="34275" anchor="t" anchorCtr="0">
            <a:normAutofit/>
          </a:bodyPr>
          <a:lstStyle>
            <a:lvl1pPr marL="457200" lvl="0" indent="-381000" algn="l">
              <a:spcBef>
                <a:spcPts val="500"/>
              </a:spcBef>
              <a:spcAft>
                <a:spcPts val="0"/>
              </a:spcAft>
              <a:buClr>
                <a:schemeClr val="dk1"/>
              </a:buClr>
              <a:buSzPts val="2400"/>
              <a:buChar char="•"/>
              <a:defRPr sz="2400"/>
            </a:lvl1pPr>
            <a:lvl2pPr marL="914400" lvl="1" indent="-361950" algn="l">
              <a:spcBef>
                <a:spcPts val="400"/>
              </a:spcBef>
              <a:spcAft>
                <a:spcPts val="0"/>
              </a:spcAft>
              <a:buClr>
                <a:schemeClr val="dk1"/>
              </a:buClr>
              <a:buSzPts val="2100"/>
              <a:buChar char="–"/>
              <a:defRPr sz="2100"/>
            </a:lvl2pPr>
            <a:lvl3pPr marL="1371600" lvl="2" indent="-342900" algn="l">
              <a:spcBef>
                <a:spcPts val="400"/>
              </a:spcBef>
              <a:spcAft>
                <a:spcPts val="0"/>
              </a:spcAft>
              <a:buClr>
                <a:schemeClr val="dk1"/>
              </a:buClr>
              <a:buSzPts val="1800"/>
              <a:buChar char="•"/>
              <a:defRPr sz="18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23850" algn="l">
              <a:spcBef>
                <a:spcPts val="300"/>
              </a:spcBef>
              <a:spcAft>
                <a:spcPts val="0"/>
              </a:spcAft>
              <a:buClr>
                <a:schemeClr val="dk1"/>
              </a:buClr>
              <a:buSzPts val="1500"/>
              <a:buChar char="•"/>
              <a:defRPr sz="1500"/>
            </a:lvl6pPr>
            <a:lvl7pPr marL="3200400" lvl="6" indent="-323850" algn="l">
              <a:spcBef>
                <a:spcPts val="300"/>
              </a:spcBef>
              <a:spcAft>
                <a:spcPts val="0"/>
              </a:spcAft>
              <a:buClr>
                <a:schemeClr val="dk1"/>
              </a:buClr>
              <a:buSzPts val="1500"/>
              <a:buChar char="•"/>
              <a:defRPr sz="1500"/>
            </a:lvl7pPr>
            <a:lvl8pPr marL="3657600" lvl="7" indent="-323850" algn="l">
              <a:spcBef>
                <a:spcPts val="300"/>
              </a:spcBef>
              <a:spcAft>
                <a:spcPts val="0"/>
              </a:spcAft>
              <a:buClr>
                <a:schemeClr val="dk1"/>
              </a:buClr>
              <a:buSzPts val="1500"/>
              <a:buChar char="•"/>
              <a:defRPr sz="1500"/>
            </a:lvl8pPr>
            <a:lvl9pPr marL="4114800" lvl="8" indent="-323850" algn="l">
              <a:spcBef>
                <a:spcPts val="300"/>
              </a:spcBef>
              <a:spcAft>
                <a:spcPts val="0"/>
              </a:spcAft>
              <a:buClr>
                <a:schemeClr val="dk1"/>
              </a:buClr>
              <a:buSzPts val="1500"/>
              <a:buChar char="•"/>
              <a:defRPr sz="1500"/>
            </a:lvl9pPr>
          </a:lstStyle>
          <a:p>
            <a:endParaRPr/>
          </a:p>
        </p:txBody>
      </p:sp>
      <p:sp>
        <p:nvSpPr>
          <p:cNvPr id="102" name="Google Shape;102;p21"/>
          <p:cNvSpPr txBox="1">
            <a:spLocks noGrp="1"/>
          </p:cNvSpPr>
          <p:nvPr>
            <p:ph type="body" idx="2"/>
          </p:nvPr>
        </p:nvSpPr>
        <p:spPr>
          <a:xfrm>
            <a:off x="457201" y="1076326"/>
            <a:ext cx="3008400" cy="3518400"/>
          </a:xfrm>
          <a:prstGeom prst="rect">
            <a:avLst/>
          </a:prstGeom>
          <a:noFill/>
          <a:ln>
            <a:noFill/>
          </a:ln>
        </p:spPr>
        <p:txBody>
          <a:bodyPr spcFirstLastPara="1" wrap="square" lIns="68575" tIns="34275" rIns="68575" bIns="34275" anchor="t" anchorCtr="0">
            <a:normAutofit/>
          </a:bodyPr>
          <a:lstStyle>
            <a:lvl1pPr marL="457200" lvl="0" indent="-228600" algn="l">
              <a:spcBef>
                <a:spcPts val="200"/>
              </a:spcBef>
              <a:spcAft>
                <a:spcPts val="0"/>
              </a:spcAft>
              <a:buClr>
                <a:schemeClr val="dk1"/>
              </a:buClr>
              <a:buSzPts val="1100"/>
              <a:buNone/>
              <a:defRPr sz="1100"/>
            </a:lvl1pPr>
            <a:lvl2pPr marL="914400" lvl="1" indent="-228600" algn="l">
              <a:spcBef>
                <a:spcPts val="200"/>
              </a:spcBef>
              <a:spcAft>
                <a:spcPts val="0"/>
              </a:spcAft>
              <a:buClr>
                <a:schemeClr val="dk1"/>
              </a:buClr>
              <a:buSzPts val="900"/>
              <a:buNone/>
              <a:defRPr sz="900"/>
            </a:lvl2pPr>
            <a:lvl3pPr marL="1371600" lvl="2" indent="-228600" algn="l">
              <a:spcBef>
                <a:spcPts val="200"/>
              </a:spcBef>
              <a:spcAft>
                <a:spcPts val="0"/>
              </a:spcAft>
              <a:buClr>
                <a:schemeClr val="dk1"/>
              </a:buClr>
              <a:buSzPts val="800"/>
              <a:buNone/>
              <a:defRPr sz="800"/>
            </a:lvl3pPr>
            <a:lvl4pPr marL="1828800" lvl="3" indent="-228600" algn="l">
              <a:spcBef>
                <a:spcPts val="100"/>
              </a:spcBef>
              <a:spcAft>
                <a:spcPts val="0"/>
              </a:spcAft>
              <a:buClr>
                <a:schemeClr val="dk1"/>
              </a:buClr>
              <a:buSzPts val="700"/>
              <a:buNone/>
              <a:defRPr sz="700"/>
            </a:lvl4pPr>
            <a:lvl5pPr marL="2286000" lvl="4" indent="-228600" algn="l">
              <a:spcBef>
                <a:spcPts val="100"/>
              </a:spcBef>
              <a:spcAft>
                <a:spcPts val="0"/>
              </a:spcAft>
              <a:buClr>
                <a:schemeClr val="dk1"/>
              </a:buClr>
              <a:buSzPts val="700"/>
              <a:buNone/>
              <a:defRPr sz="700"/>
            </a:lvl5pPr>
            <a:lvl6pPr marL="2743200" lvl="5" indent="-228600" algn="l">
              <a:spcBef>
                <a:spcPts val="100"/>
              </a:spcBef>
              <a:spcAft>
                <a:spcPts val="0"/>
              </a:spcAft>
              <a:buClr>
                <a:schemeClr val="dk1"/>
              </a:buClr>
              <a:buSzPts val="700"/>
              <a:buNone/>
              <a:defRPr sz="700"/>
            </a:lvl6pPr>
            <a:lvl7pPr marL="3200400" lvl="6" indent="-228600" algn="l">
              <a:spcBef>
                <a:spcPts val="100"/>
              </a:spcBef>
              <a:spcAft>
                <a:spcPts val="0"/>
              </a:spcAft>
              <a:buClr>
                <a:schemeClr val="dk1"/>
              </a:buClr>
              <a:buSzPts val="700"/>
              <a:buNone/>
              <a:defRPr sz="700"/>
            </a:lvl7pPr>
            <a:lvl8pPr marL="3657600" lvl="7" indent="-228600" algn="l">
              <a:spcBef>
                <a:spcPts val="100"/>
              </a:spcBef>
              <a:spcAft>
                <a:spcPts val="0"/>
              </a:spcAft>
              <a:buClr>
                <a:schemeClr val="dk1"/>
              </a:buClr>
              <a:buSzPts val="700"/>
              <a:buNone/>
              <a:defRPr sz="700"/>
            </a:lvl8pPr>
            <a:lvl9pPr marL="4114800" lvl="8" indent="-228600" algn="l">
              <a:spcBef>
                <a:spcPts val="100"/>
              </a:spcBef>
              <a:spcAft>
                <a:spcPts val="0"/>
              </a:spcAft>
              <a:buClr>
                <a:schemeClr val="dk1"/>
              </a:buClr>
              <a:buSzPts val="700"/>
              <a:buNone/>
              <a:defRPr sz="700"/>
            </a:lvl9pPr>
          </a:lstStyle>
          <a:p>
            <a:endParaRPr/>
          </a:p>
        </p:txBody>
      </p:sp>
      <p:sp>
        <p:nvSpPr>
          <p:cNvPr id="103" name="Google Shape;103;p21"/>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4" name="Google Shape;104;p21"/>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5" name="Google Shape;105;p21"/>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1792288" y="3600450"/>
            <a:ext cx="5486400" cy="425100"/>
          </a:xfrm>
          <a:prstGeom prst="rect">
            <a:avLst/>
          </a:prstGeom>
          <a:noFill/>
          <a:ln>
            <a:noFill/>
          </a:ln>
        </p:spPr>
        <p:txBody>
          <a:bodyPr spcFirstLastPara="1" wrap="square" lIns="68575" tIns="34275" rIns="68575" bIns="34275" anchor="b" anchorCtr="0">
            <a:normAutofit/>
          </a:bodyPr>
          <a:lstStyle>
            <a:lvl1pPr lvl="0" algn="l">
              <a:spcBef>
                <a:spcPts val="0"/>
              </a:spcBef>
              <a:spcAft>
                <a:spcPts val="0"/>
              </a:spcAft>
              <a:buClr>
                <a:schemeClr val="dk1"/>
              </a:buClr>
              <a:buSzPts val="1500"/>
              <a:buFont typeface="Calibri"/>
              <a:buNone/>
              <a:defRPr sz="1500"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8" name="Google Shape;108;p22"/>
          <p:cNvSpPr>
            <a:spLocks noGrp="1"/>
          </p:cNvSpPr>
          <p:nvPr>
            <p:ph type="pic" idx="2"/>
          </p:nvPr>
        </p:nvSpPr>
        <p:spPr>
          <a:xfrm>
            <a:off x="1792288" y="459581"/>
            <a:ext cx="5486400" cy="3086100"/>
          </a:xfrm>
          <a:prstGeom prst="rect">
            <a:avLst/>
          </a:prstGeom>
          <a:noFill/>
          <a:ln>
            <a:noFill/>
          </a:ln>
        </p:spPr>
      </p:sp>
      <p:sp>
        <p:nvSpPr>
          <p:cNvPr id="109" name="Google Shape;109;p22"/>
          <p:cNvSpPr txBox="1">
            <a:spLocks noGrp="1"/>
          </p:cNvSpPr>
          <p:nvPr>
            <p:ph type="body" idx="1"/>
          </p:nvPr>
        </p:nvSpPr>
        <p:spPr>
          <a:xfrm>
            <a:off x="1792288" y="4025504"/>
            <a:ext cx="5486400" cy="603600"/>
          </a:xfrm>
          <a:prstGeom prst="rect">
            <a:avLst/>
          </a:prstGeom>
          <a:noFill/>
          <a:ln>
            <a:noFill/>
          </a:ln>
        </p:spPr>
        <p:txBody>
          <a:bodyPr spcFirstLastPara="1" wrap="square" lIns="68575" tIns="34275" rIns="68575" bIns="34275" anchor="t" anchorCtr="0">
            <a:normAutofit/>
          </a:bodyPr>
          <a:lstStyle>
            <a:lvl1pPr marL="457200" lvl="0" indent="-228600" algn="l">
              <a:spcBef>
                <a:spcPts val="200"/>
              </a:spcBef>
              <a:spcAft>
                <a:spcPts val="0"/>
              </a:spcAft>
              <a:buClr>
                <a:schemeClr val="dk1"/>
              </a:buClr>
              <a:buSzPts val="1100"/>
              <a:buNone/>
              <a:defRPr sz="1100"/>
            </a:lvl1pPr>
            <a:lvl2pPr marL="914400" lvl="1" indent="-228600" algn="l">
              <a:spcBef>
                <a:spcPts val="200"/>
              </a:spcBef>
              <a:spcAft>
                <a:spcPts val="0"/>
              </a:spcAft>
              <a:buClr>
                <a:schemeClr val="dk1"/>
              </a:buClr>
              <a:buSzPts val="900"/>
              <a:buNone/>
              <a:defRPr sz="900"/>
            </a:lvl2pPr>
            <a:lvl3pPr marL="1371600" lvl="2" indent="-228600" algn="l">
              <a:spcBef>
                <a:spcPts val="200"/>
              </a:spcBef>
              <a:spcAft>
                <a:spcPts val="0"/>
              </a:spcAft>
              <a:buClr>
                <a:schemeClr val="dk1"/>
              </a:buClr>
              <a:buSzPts val="800"/>
              <a:buNone/>
              <a:defRPr sz="800"/>
            </a:lvl3pPr>
            <a:lvl4pPr marL="1828800" lvl="3" indent="-228600" algn="l">
              <a:spcBef>
                <a:spcPts val="100"/>
              </a:spcBef>
              <a:spcAft>
                <a:spcPts val="0"/>
              </a:spcAft>
              <a:buClr>
                <a:schemeClr val="dk1"/>
              </a:buClr>
              <a:buSzPts val="700"/>
              <a:buNone/>
              <a:defRPr sz="700"/>
            </a:lvl4pPr>
            <a:lvl5pPr marL="2286000" lvl="4" indent="-228600" algn="l">
              <a:spcBef>
                <a:spcPts val="100"/>
              </a:spcBef>
              <a:spcAft>
                <a:spcPts val="0"/>
              </a:spcAft>
              <a:buClr>
                <a:schemeClr val="dk1"/>
              </a:buClr>
              <a:buSzPts val="700"/>
              <a:buNone/>
              <a:defRPr sz="700"/>
            </a:lvl5pPr>
            <a:lvl6pPr marL="2743200" lvl="5" indent="-228600" algn="l">
              <a:spcBef>
                <a:spcPts val="100"/>
              </a:spcBef>
              <a:spcAft>
                <a:spcPts val="0"/>
              </a:spcAft>
              <a:buClr>
                <a:schemeClr val="dk1"/>
              </a:buClr>
              <a:buSzPts val="700"/>
              <a:buNone/>
              <a:defRPr sz="700"/>
            </a:lvl6pPr>
            <a:lvl7pPr marL="3200400" lvl="6" indent="-228600" algn="l">
              <a:spcBef>
                <a:spcPts val="100"/>
              </a:spcBef>
              <a:spcAft>
                <a:spcPts val="0"/>
              </a:spcAft>
              <a:buClr>
                <a:schemeClr val="dk1"/>
              </a:buClr>
              <a:buSzPts val="700"/>
              <a:buNone/>
              <a:defRPr sz="700"/>
            </a:lvl7pPr>
            <a:lvl8pPr marL="3657600" lvl="7" indent="-228600" algn="l">
              <a:spcBef>
                <a:spcPts val="100"/>
              </a:spcBef>
              <a:spcAft>
                <a:spcPts val="0"/>
              </a:spcAft>
              <a:buClr>
                <a:schemeClr val="dk1"/>
              </a:buClr>
              <a:buSzPts val="700"/>
              <a:buNone/>
              <a:defRPr sz="700"/>
            </a:lvl8pPr>
            <a:lvl9pPr marL="4114800" lvl="8" indent="-228600" algn="l">
              <a:spcBef>
                <a:spcPts val="100"/>
              </a:spcBef>
              <a:spcAft>
                <a:spcPts val="0"/>
              </a:spcAft>
              <a:buClr>
                <a:schemeClr val="dk1"/>
              </a:buClr>
              <a:buSzPts val="700"/>
              <a:buNone/>
              <a:defRPr sz="700"/>
            </a:lvl9pPr>
          </a:lstStyle>
          <a:p>
            <a:endParaRPr/>
          </a:p>
        </p:txBody>
      </p:sp>
      <p:sp>
        <p:nvSpPr>
          <p:cNvPr id="110" name="Google Shape;110;p22"/>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1" name="Google Shape;111;p22"/>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2" name="Google Shape;112;p22"/>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457200" y="205978"/>
            <a:ext cx="8229600" cy="85740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5" name="Google Shape;115;p23"/>
          <p:cNvSpPr txBox="1">
            <a:spLocks noGrp="1"/>
          </p:cNvSpPr>
          <p:nvPr>
            <p:ph type="body" idx="1"/>
          </p:nvPr>
        </p:nvSpPr>
        <p:spPr>
          <a:xfrm rot="5400000">
            <a:off x="2874750" y="-1217399"/>
            <a:ext cx="3394500" cy="8229600"/>
          </a:xfrm>
          <a:prstGeom prst="rect">
            <a:avLst/>
          </a:prstGeom>
          <a:noFill/>
          <a:ln>
            <a:noFill/>
          </a:ln>
        </p:spPr>
        <p:txBody>
          <a:bodyPr spcFirstLastPara="1" wrap="square" lIns="68575" tIns="34275" rIns="68575" bIns="34275" anchor="t" anchorCtr="0">
            <a:normAutofit/>
          </a:bodyPr>
          <a:lstStyle>
            <a:lvl1pPr marL="457200" lvl="0" indent="-317500" algn="l">
              <a:spcBef>
                <a:spcPts val="300"/>
              </a:spcBef>
              <a:spcAft>
                <a:spcPts val="0"/>
              </a:spcAft>
              <a:buClr>
                <a:schemeClr val="dk1"/>
              </a:buClr>
              <a:buSzPts val="1400"/>
              <a:buChar char="•"/>
              <a:defRPr/>
            </a:lvl1pPr>
            <a:lvl2pPr marL="914400" lvl="1" indent="-317500" algn="l">
              <a:spcBef>
                <a:spcPts val="300"/>
              </a:spcBef>
              <a:spcAft>
                <a:spcPts val="0"/>
              </a:spcAft>
              <a:buClr>
                <a:schemeClr val="dk1"/>
              </a:buClr>
              <a:buSzPts val="1400"/>
              <a:buChar char="–"/>
              <a:defRPr/>
            </a:lvl2pPr>
            <a:lvl3pPr marL="1371600" lvl="2" indent="-317500" algn="l">
              <a:spcBef>
                <a:spcPts val="300"/>
              </a:spcBef>
              <a:spcAft>
                <a:spcPts val="0"/>
              </a:spcAft>
              <a:buClr>
                <a:schemeClr val="dk1"/>
              </a:buClr>
              <a:buSzPts val="1400"/>
              <a:buChar char="•"/>
              <a:defRPr/>
            </a:lvl3pPr>
            <a:lvl4pPr marL="1828800" lvl="3" indent="-317500" algn="l">
              <a:spcBef>
                <a:spcPts val="300"/>
              </a:spcBef>
              <a:spcAft>
                <a:spcPts val="0"/>
              </a:spcAft>
              <a:buClr>
                <a:schemeClr val="dk1"/>
              </a:buClr>
              <a:buSzPts val="1400"/>
              <a:buChar char="–"/>
              <a:defRPr/>
            </a:lvl4pPr>
            <a:lvl5pPr marL="2286000" lvl="4" indent="-317500" algn="l">
              <a:spcBef>
                <a:spcPts val="3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116" name="Google Shape;116;p23"/>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7" name="Google Shape;117;p23"/>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8" name="Google Shape;118;p23"/>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5463750" y="1371629"/>
            <a:ext cx="4388700" cy="205740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1" name="Google Shape;121;p24"/>
          <p:cNvSpPr txBox="1">
            <a:spLocks noGrp="1"/>
          </p:cNvSpPr>
          <p:nvPr>
            <p:ph type="body" idx="1"/>
          </p:nvPr>
        </p:nvSpPr>
        <p:spPr>
          <a:xfrm rot="5400000">
            <a:off x="1272750" y="-609571"/>
            <a:ext cx="4388700" cy="6019800"/>
          </a:xfrm>
          <a:prstGeom prst="rect">
            <a:avLst/>
          </a:prstGeom>
          <a:noFill/>
          <a:ln>
            <a:noFill/>
          </a:ln>
        </p:spPr>
        <p:txBody>
          <a:bodyPr spcFirstLastPara="1" wrap="square" lIns="68575" tIns="34275" rIns="68575" bIns="34275" anchor="t" anchorCtr="0">
            <a:normAutofit/>
          </a:bodyPr>
          <a:lstStyle>
            <a:lvl1pPr marL="457200" lvl="0" indent="-317500" algn="l">
              <a:spcBef>
                <a:spcPts val="300"/>
              </a:spcBef>
              <a:spcAft>
                <a:spcPts val="0"/>
              </a:spcAft>
              <a:buClr>
                <a:schemeClr val="dk1"/>
              </a:buClr>
              <a:buSzPts val="1400"/>
              <a:buChar char="•"/>
              <a:defRPr/>
            </a:lvl1pPr>
            <a:lvl2pPr marL="914400" lvl="1" indent="-317500" algn="l">
              <a:spcBef>
                <a:spcPts val="300"/>
              </a:spcBef>
              <a:spcAft>
                <a:spcPts val="0"/>
              </a:spcAft>
              <a:buClr>
                <a:schemeClr val="dk1"/>
              </a:buClr>
              <a:buSzPts val="1400"/>
              <a:buChar char="–"/>
              <a:defRPr/>
            </a:lvl2pPr>
            <a:lvl3pPr marL="1371600" lvl="2" indent="-317500" algn="l">
              <a:spcBef>
                <a:spcPts val="300"/>
              </a:spcBef>
              <a:spcAft>
                <a:spcPts val="0"/>
              </a:spcAft>
              <a:buClr>
                <a:schemeClr val="dk1"/>
              </a:buClr>
              <a:buSzPts val="1400"/>
              <a:buChar char="•"/>
              <a:defRPr/>
            </a:lvl3pPr>
            <a:lvl4pPr marL="1828800" lvl="3" indent="-317500" algn="l">
              <a:spcBef>
                <a:spcPts val="300"/>
              </a:spcBef>
              <a:spcAft>
                <a:spcPts val="0"/>
              </a:spcAft>
              <a:buClr>
                <a:schemeClr val="dk1"/>
              </a:buClr>
              <a:buSzPts val="1400"/>
              <a:buChar char="–"/>
              <a:defRPr/>
            </a:lvl4pPr>
            <a:lvl5pPr marL="2286000" lvl="4" indent="-317500" algn="l">
              <a:spcBef>
                <a:spcPts val="3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122" name="Google Shape;122;p24"/>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3" name="Google Shape;123;p24"/>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4" name="Google Shape;124;p24"/>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05978"/>
            <a:ext cx="8229600" cy="857400"/>
          </a:xfrm>
          <a:prstGeom prst="rect">
            <a:avLst/>
          </a:prstGeom>
          <a:noFill/>
          <a:ln>
            <a:noFill/>
          </a:ln>
        </p:spPr>
        <p:txBody>
          <a:bodyPr spcFirstLastPara="1" wrap="square" lIns="68575" tIns="34275" rIns="68575" bIns="34275" anchor="ctr" anchorCtr="0">
            <a:normAutofit/>
          </a:bodyPr>
          <a:lstStyle>
            <a:lvl1pPr marR="0" lvl="0" algn="ctr">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457200" y="1200151"/>
            <a:ext cx="8229600" cy="3394500"/>
          </a:xfrm>
          <a:prstGeom prst="rect">
            <a:avLst/>
          </a:prstGeom>
          <a:noFill/>
          <a:ln>
            <a:noFill/>
          </a:ln>
        </p:spPr>
        <p:txBody>
          <a:bodyPr spcFirstLastPara="1" wrap="square" lIns="68575" tIns="34275" rIns="68575" bIns="34275" anchor="t" anchorCtr="0">
            <a:normAutofit/>
          </a:bodyPr>
          <a:lstStyle>
            <a:lvl1pPr marL="457200" marR="0" lvl="0" indent="-381000" algn="l">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61950" algn="l">
              <a:spcBef>
                <a:spcPts val="4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457200" y="4767263"/>
            <a:ext cx="2133600" cy="273900"/>
          </a:xfrm>
          <a:prstGeom prst="rect">
            <a:avLst/>
          </a:prstGeom>
          <a:noFill/>
          <a:ln>
            <a:noFill/>
          </a:ln>
        </p:spPr>
        <p:txBody>
          <a:bodyPr spcFirstLastPara="1" wrap="square" lIns="68575" tIns="34275" rIns="68575" bIns="34275" anchor="ctr" anchorCtr="0">
            <a:noAutofit/>
          </a:bodyPr>
          <a:lstStyle>
            <a:lvl1pPr marR="0" lvl="0" algn="l">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124200" y="4767263"/>
            <a:ext cx="2895600" cy="273900"/>
          </a:xfrm>
          <a:prstGeom prst="rect">
            <a:avLst/>
          </a:prstGeom>
          <a:noFill/>
          <a:ln>
            <a:noFill/>
          </a:ln>
        </p:spPr>
        <p:txBody>
          <a:bodyPr spcFirstLastPara="1" wrap="square" lIns="68575" tIns="34275" rIns="68575" bIns="34275" anchor="ctr" anchorCtr="0">
            <a:noAutofit/>
          </a:bodyPr>
          <a:lstStyle>
            <a:lvl1pPr marR="0" lvl="0" algn="ctr">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553200" y="4767263"/>
            <a:ext cx="2133600" cy="273900"/>
          </a:xfrm>
          <a:prstGeom prst="rect">
            <a:avLst/>
          </a:prstGeom>
          <a:noFill/>
          <a:ln>
            <a:noFill/>
          </a:ln>
        </p:spPr>
        <p:txBody>
          <a:bodyPr spcFirstLastPara="1" wrap="square" lIns="68575" tIns="34275" rIns="68575" bIns="34275" anchor="ctr" anchorCtr="0">
            <a:noAutofit/>
          </a:bodyPr>
          <a:lstStyle>
            <a:lvl1pPr marL="0" marR="0" lvl="0" indent="0" algn="r">
              <a:spcBef>
                <a:spcPts val="0"/>
              </a:spcBef>
              <a:buNone/>
              <a:defRPr sz="900" b="0" i="0" u="none" strike="noStrike" cap="none">
                <a:solidFill>
                  <a:srgbClr val="888888"/>
                </a:solidFill>
                <a:latin typeface="Calibri"/>
                <a:ea typeface="Calibri"/>
                <a:cs typeface="Calibri"/>
                <a:sym typeface="Calibri"/>
              </a:defRPr>
            </a:lvl1pPr>
            <a:lvl2pPr marL="0" marR="0" lvl="1" indent="0" algn="r">
              <a:spcBef>
                <a:spcPts val="0"/>
              </a:spcBef>
              <a:buNone/>
              <a:defRPr sz="900" b="0" i="0" u="none" strike="noStrike" cap="none">
                <a:solidFill>
                  <a:srgbClr val="888888"/>
                </a:solidFill>
                <a:latin typeface="Calibri"/>
                <a:ea typeface="Calibri"/>
                <a:cs typeface="Calibri"/>
                <a:sym typeface="Calibri"/>
              </a:defRPr>
            </a:lvl2pPr>
            <a:lvl3pPr marL="0" marR="0" lvl="2" indent="0" algn="r">
              <a:spcBef>
                <a:spcPts val="0"/>
              </a:spcBef>
              <a:buNone/>
              <a:defRPr sz="900" b="0" i="0" u="none" strike="noStrike" cap="none">
                <a:solidFill>
                  <a:srgbClr val="888888"/>
                </a:solidFill>
                <a:latin typeface="Calibri"/>
                <a:ea typeface="Calibri"/>
                <a:cs typeface="Calibri"/>
                <a:sym typeface="Calibri"/>
              </a:defRPr>
            </a:lvl3pPr>
            <a:lvl4pPr marL="0" marR="0" lvl="3" indent="0" algn="r">
              <a:spcBef>
                <a:spcPts val="0"/>
              </a:spcBef>
              <a:buNone/>
              <a:defRPr sz="900" b="0" i="0" u="none" strike="noStrike" cap="none">
                <a:solidFill>
                  <a:srgbClr val="888888"/>
                </a:solidFill>
                <a:latin typeface="Calibri"/>
                <a:ea typeface="Calibri"/>
                <a:cs typeface="Calibri"/>
                <a:sym typeface="Calibri"/>
              </a:defRPr>
            </a:lvl4pPr>
            <a:lvl5pPr marL="0" marR="0" lvl="4" indent="0" algn="r">
              <a:spcBef>
                <a:spcPts val="0"/>
              </a:spcBef>
              <a:buNone/>
              <a:defRPr sz="900" b="0" i="0" u="none" strike="noStrike" cap="none">
                <a:solidFill>
                  <a:srgbClr val="888888"/>
                </a:solidFill>
                <a:latin typeface="Calibri"/>
                <a:ea typeface="Calibri"/>
                <a:cs typeface="Calibri"/>
                <a:sym typeface="Calibri"/>
              </a:defRPr>
            </a:lvl5pPr>
            <a:lvl6pPr marL="0" marR="0" lvl="5" indent="0" algn="r">
              <a:spcBef>
                <a:spcPts val="0"/>
              </a:spcBef>
              <a:buNone/>
              <a:defRPr sz="900" b="0" i="0" u="none" strike="noStrike" cap="none">
                <a:solidFill>
                  <a:srgbClr val="888888"/>
                </a:solidFill>
                <a:latin typeface="Calibri"/>
                <a:ea typeface="Calibri"/>
                <a:cs typeface="Calibri"/>
                <a:sym typeface="Calibri"/>
              </a:defRPr>
            </a:lvl6pPr>
            <a:lvl7pPr marL="0" marR="0" lvl="6" indent="0" algn="r">
              <a:spcBef>
                <a:spcPts val="0"/>
              </a:spcBef>
              <a:buNone/>
              <a:defRPr sz="900" b="0" i="0" u="none" strike="noStrike" cap="none">
                <a:solidFill>
                  <a:srgbClr val="888888"/>
                </a:solidFill>
                <a:latin typeface="Calibri"/>
                <a:ea typeface="Calibri"/>
                <a:cs typeface="Calibri"/>
                <a:sym typeface="Calibri"/>
              </a:defRPr>
            </a:lvl7pPr>
            <a:lvl8pPr marL="0" marR="0" lvl="7" indent="0" algn="r">
              <a:spcBef>
                <a:spcPts val="0"/>
              </a:spcBef>
              <a:buNone/>
              <a:defRPr sz="900" b="0" i="0" u="none" strike="noStrike" cap="none">
                <a:solidFill>
                  <a:srgbClr val="888888"/>
                </a:solidFill>
                <a:latin typeface="Calibri"/>
                <a:ea typeface="Calibri"/>
                <a:cs typeface="Calibri"/>
                <a:sym typeface="Calibri"/>
              </a:defRPr>
            </a:lvl8pPr>
            <a:lvl9pPr marL="0" marR="0" lvl="8" indent="0" algn="r">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25"/>
          <p:cNvPicPr preferRelativeResize="0"/>
          <p:nvPr/>
        </p:nvPicPr>
        <p:blipFill rotWithShape="1">
          <a:blip r:embed="rId3">
            <a:alphaModFix/>
          </a:blip>
          <a:srcRect/>
          <a:stretch/>
        </p:blipFill>
        <p:spPr>
          <a:xfrm>
            <a:off x="32101" y="17943"/>
            <a:ext cx="651467" cy="918102"/>
          </a:xfrm>
          <a:prstGeom prst="rect">
            <a:avLst/>
          </a:prstGeom>
          <a:noFill/>
          <a:ln>
            <a:noFill/>
          </a:ln>
        </p:spPr>
      </p:pic>
      <p:sp>
        <p:nvSpPr>
          <p:cNvPr id="131" name="Google Shape;131;p25"/>
          <p:cNvSpPr txBox="1"/>
          <p:nvPr/>
        </p:nvSpPr>
        <p:spPr>
          <a:xfrm>
            <a:off x="783811" y="9856"/>
            <a:ext cx="7772100" cy="888600"/>
          </a:xfrm>
          <a:prstGeom prst="rect">
            <a:avLst/>
          </a:prstGeom>
          <a:noFill/>
          <a:ln>
            <a:noFill/>
          </a:ln>
        </p:spPr>
        <p:txBody>
          <a:bodyPr spcFirstLastPara="1" wrap="square" lIns="68575" tIns="34275" rIns="68575" bIns="34275" anchor="ctr" anchorCtr="0">
            <a:normAutofit/>
          </a:bodyPr>
          <a:lstStyle/>
          <a:p>
            <a:pPr marL="0" marR="0" lvl="0" indent="0" algn="ctr" rtl="0">
              <a:lnSpc>
                <a:spcPct val="118750"/>
              </a:lnSpc>
              <a:spcBef>
                <a:spcPts val="0"/>
              </a:spcBef>
              <a:spcAft>
                <a:spcPts val="0"/>
              </a:spcAft>
              <a:buClr>
                <a:schemeClr val="dk1"/>
              </a:buClr>
              <a:buSzPts val="1700"/>
              <a:buFont typeface="Arial"/>
              <a:buNone/>
            </a:pPr>
            <a:r>
              <a:rPr lang="en" sz="1700" b="0" i="0" u="none" strike="noStrike" cap="none">
                <a:solidFill>
                  <a:schemeClr val="dk1"/>
                </a:solidFill>
                <a:latin typeface="Amasis MT Pro" panose="02040504050005020304" pitchFamily="18" charset="0"/>
                <a:sym typeface="Arial"/>
              </a:rPr>
              <a:t>Atal Bihari Vajpayee</a:t>
            </a:r>
            <a:r>
              <a:rPr lang="en" sz="1700" b="1" i="0" u="none" strike="noStrike" cap="none">
                <a:solidFill>
                  <a:srgbClr val="002060"/>
                </a:solidFill>
                <a:latin typeface="Amasis MT Pro" panose="02040504050005020304" pitchFamily="18" charset="0"/>
                <a:sym typeface="Arial"/>
              </a:rPr>
              <a:t>- </a:t>
            </a:r>
            <a:r>
              <a:rPr lang="en" sz="1700" b="0" i="0" u="none" strike="noStrike" cap="none">
                <a:solidFill>
                  <a:srgbClr val="002060"/>
                </a:solidFill>
                <a:latin typeface="Amasis MT Pro" panose="02040504050005020304" pitchFamily="18" charset="0"/>
                <a:sym typeface="Arial"/>
              </a:rPr>
              <a:t>Indian Institute of Information Technology and Management Gwalior</a:t>
            </a:r>
            <a:endParaRPr sz="1700" b="0" i="0" u="none" strike="noStrike" cap="none">
              <a:solidFill>
                <a:srgbClr val="002060"/>
              </a:solidFill>
              <a:latin typeface="Amasis MT Pro" panose="02040504050005020304" pitchFamily="18" charset="0"/>
              <a:sym typeface="Arial"/>
            </a:endParaRPr>
          </a:p>
        </p:txBody>
      </p:sp>
      <p:sp>
        <p:nvSpPr>
          <p:cNvPr id="132" name="Google Shape;132;p25"/>
          <p:cNvSpPr txBox="1"/>
          <p:nvPr/>
        </p:nvSpPr>
        <p:spPr>
          <a:xfrm>
            <a:off x="1026522" y="2955270"/>
            <a:ext cx="6605700" cy="678600"/>
          </a:xfrm>
          <a:prstGeom prst="rect">
            <a:avLst/>
          </a:prstGeom>
          <a:noFill/>
          <a:ln>
            <a:noFill/>
          </a:ln>
        </p:spPr>
        <p:txBody>
          <a:bodyPr spcFirstLastPara="1" wrap="square" lIns="68575" tIns="34275" rIns="68575" bIns="34275" anchor="ctr" anchorCtr="0">
            <a:normAutofit/>
          </a:bodyPr>
          <a:lstStyle/>
          <a:p>
            <a:pPr marL="0" marR="0" lvl="0" indent="0" algn="ctr" rtl="0">
              <a:lnSpc>
                <a:spcPct val="100000"/>
              </a:lnSpc>
              <a:spcBef>
                <a:spcPts val="0"/>
              </a:spcBef>
              <a:spcAft>
                <a:spcPts val="0"/>
              </a:spcAft>
              <a:buClr>
                <a:srgbClr val="002060"/>
              </a:buClr>
              <a:buSzPts val="1500"/>
              <a:buFont typeface="Arial"/>
              <a:buNone/>
            </a:pPr>
            <a:r>
              <a:rPr lang="en" sz="1500" b="1" i="0" u="none" strike="noStrike" cap="none" dirty="0">
                <a:solidFill>
                  <a:srgbClr val="002060"/>
                </a:solidFill>
                <a:latin typeface="Amasis MT Pro" panose="02040504050005020304" pitchFamily="18" charset="0"/>
                <a:sym typeface="Arial"/>
              </a:rPr>
              <a:t>Instructor – Dr. Sunil Kumar</a:t>
            </a:r>
            <a:endParaRPr sz="1500" b="0" i="0" u="none" strike="noStrike" cap="none" dirty="0">
              <a:solidFill>
                <a:srgbClr val="000000"/>
              </a:solidFill>
              <a:latin typeface="Amasis MT Pro" panose="02040504050005020304" pitchFamily="18" charset="0"/>
              <a:sym typeface="Arial"/>
            </a:endParaRPr>
          </a:p>
          <a:p>
            <a:pPr marL="0" marR="0" lvl="0" indent="0" algn="ctr" rtl="0">
              <a:lnSpc>
                <a:spcPct val="100000"/>
              </a:lnSpc>
              <a:spcBef>
                <a:spcPts val="0"/>
              </a:spcBef>
              <a:spcAft>
                <a:spcPts val="0"/>
              </a:spcAft>
              <a:buClr>
                <a:srgbClr val="002060"/>
              </a:buClr>
              <a:buSzPts val="1500"/>
              <a:buFont typeface="Arial"/>
              <a:buNone/>
            </a:pPr>
            <a:r>
              <a:rPr lang="en" sz="1500" b="0" i="0" u="none" strike="noStrike" cap="none" dirty="0">
                <a:solidFill>
                  <a:srgbClr val="002060"/>
                </a:solidFill>
                <a:latin typeface="Amasis MT Pro" panose="02040504050005020304" pitchFamily="18" charset="0"/>
                <a:sym typeface="Arial"/>
              </a:rPr>
              <a:t>Assistant Professor @ Dept. of Information Technology, ABV-IIITM Gwalior</a:t>
            </a:r>
            <a:endParaRPr sz="1500" b="0" i="0" u="none" strike="noStrike" cap="none" dirty="0">
              <a:solidFill>
                <a:srgbClr val="000000"/>
              </a:solidFill>
              <a:latin typeface="Amasis MT Pro" panose="02040504050005020304" pitchFamily="18" charset="0"/>
              <a:sym typeface="Arial"/>
            </a:endParaRPr>
          </a:p>
        </p:txBody>
      </p:sp>
      <p:sp>
        <p:nvSpPr>
          <p:cNvPr id="133" name="Google Shape;133;p25"/>
          <p:cNvSpPr txBox="1"/>
          <p:nvPr/>
        </p:nvSpPr>
        <p:spPr>
          <a:xfrm>
            <a:off x="2549142" y="1357013"/>
            <a:ext cx="3912300" cy="500107"/>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 sz="2800" b="0" i="0" u="none" strike="noStrike" cap="none" dirty="0">
                <a:solidFill>
                  <a:srgbClr val="FF0000"/>
                </a:solidFill>
                <a:latin typeface="Amasis MT Pro" panose="02040504050005020304" pitchFamily="18" charset="0"/>
                <a:sym typeface="Arial"/>
              </a:rPr>
              <a:t>NLP Lab : 03  </a:t>
            </a:r>
            <a:endParaRPr sz="2800" b="0" i="0" u="none" strike="noStrike" cap="none" dirty="0">
              <a:solidFill>
                <a:srgbClr val="000000"/>
              </a:solidFill>
              <a:latin typeface="Amasis MT Pro" panose="02040504050005020304" pitchFamily="18" charset="0"/>
              <a:sym typeface="Arial"/>
            </a:endParaRPr>
          </a:p>
        </p:txBody>
      </p:sp>
      <p:sp>
        <p:nvSpPr>
          <p:cNvPr id="134" name="Google Shape;134;p25"/>
          <p:cNvSpPr txBox="1"/>
          <p:nvPr/>
        </p:nvSpPr>
        <p:spPr>
          <a:xfrm>
            <a:off x="212580" y="1876313"/>
            <a:ext cx="8883658" cy="779700"/>
          </a:xfrm>
          <a:prstGeom prst="rect">
            <a:avLst/>
          </a:prstGeom>
          <a:noFill/>
          <a:ln>
            <a:noFill/>
          </a:ln>
        </p:spPr>
        <p:txBody>
          <a:bodyPr spcFirstLastPara="1" wrap="square" lIns="68575" tIns="34275" rIns="68575" bIns="34275" anchor="ctr" anchorCtr="0">
            <a:noAutofit/>
          </a:bodyPr>
          <a:lstStyle/>
          <a:p>
            <a:pPr marL="0" marR="0" lvl="0" indent="0" algn="ctr" rtl="0">
              <a:lnSpc>
                <a:spcPct val="115000"/>
              </a:lnSpc>
              <a:spcBef>
                <a:spcPts val="900"/>
              </a:spcBef>
              <a:spcAft>
                <a:spcPts val="0"/>
              </a:spcAft>
              <a:buClr>
                <a:schemeClr val="dk1"/>
              </a:buClr>
              <a:buSzPts val="800"/>
              <a:buFont typeface="Arial"/>
              <a:buNone/>
            </a:pPr>
            <a:r>
              <a:rPr lang="en" sz="4600" dirty="0">
                <a:solidFill>
                  <a:schemeClr val="dk1"/>
                </a:solidFill>
                <a:latin typeface="Amasis MT Pro" panose="02040504050005020304" pitchFamily="18" charset="0"/>
              </a:rPr>
              <a:t>Heap’s Law &amp; Regular Expression</a:t>
            </a:r>
            <a:endParaRPr sz="4600" i="0" u="none" strike="noStrike" cap="none" dirty="0">
              <a:solidFill>
                <a:schemeClr val="dk1"/>
              </a:solidFill>
              <a:latin typeface="Amasis MT Pro" panose="02040504050005020304" pitchFamily="18" charset="0"/>
              <a:sym typeface="Arial"/>
            </a:endParaRPr>
          </a:p>
        </p:txBody>
      </p:sp>
      <p:graphicFrame>
        <p:nvGraphicFramePr>
          <p:cNvPr id="135" name="Google Shape;135;p25"/>
          <p:cNvGraphicFramePr/>
          <p:nvPr>
            <p:extLst>
              <p:ext uri="{D42A27DB-BD31-4B8C-83A1-F6EECF244321}">
                <p14:modId xmlns:p14="http://schemas.microsoft.com/office/powerpoint/2010/main" val="1950633263"/>
              </p:ext>
            </p:extLst>
          </p:nvPr>
        </p:nvGraphicFramePr>
        <p:xfrm>
          <a:off x="829655" y="3991059"/>
          <a:ext cx="7351275" cy="845880"/>
        </p:xfrm>
        <a:graphic>
          <a:graphicData uri="http://schemas.openxmlformats.org/drawingml/2006/table">
            <a:tbl>
              <a:tblPr firstRow="1" bandRow="1">
                <a:noFill/>
                <a:tableStyleId>{14360C9A-C894-418A-92A2-96B242527156}</a:tableStyleId>
              </a:tblPr>
              <a:tblGrid>
                <a:gridCol w="2246275">
                  <a:extLst>
                    <a:ext uri="{9D8B030D-6E8A-4147-A177-3AD203B41FA5}">
                      <a16:colId xmlns:a16="http://schemas.microsoft.com/office/drawing/2014/main" val="20000"/>
                    </a:ext>
                  </a:extLst>
                </a:gridCol>
                <a:gridCol w="3109850">
                  <a:extLst>
                    <a:ext uri="{9D8B030D-6E8A-4147-A177-3AD203B41FA5}">
                      <a16:colId xmlns:a16="http://schemas.microsoft.com/office/drawing/2014/main" val="20001"/>
                    </a:ext>
                  </a:extLst>
                </a:gridCol>
                <a:gridCol w="1995150">
                  <a:extLst>
                    <a:ext uri="{9D8B030D-6E8A-4147-A177-3AD203B41FA5}">
                      <a16:colId xmlns:a16="http://schemas.microsoft.com/office/drawing/2014/main" val="20002"/>
                    </a:ext>
                  </a:extLst>
                </a:gridCol>
              </a:tblGrid>
              <a:tr h="27815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dirty="0">
                          <a:solidFill>
                            <a:srgbClr val="0C0C0C"/>
                          </a:solidFill>
                          <a:latin typeface="Amasis MT Pro" panose="02040504050005020304" pitchFamily="18" charset="0"/>
                          <a:ea typeface="Arial"/>
                          <a:cs typeface="Arial"/>
                          <a:sym typeface="Arial"/>
                        </a:rPr>
                        <a:t>Meher (PhD Scholar)</a:t>
                      </a:r>
                      <a:endParaRPr sz="1400" u="none" strike="noStrike" cap="none" dirty="0">
                        <a:latin typeface="Amasis MT Pro" panose="02040504050005020304" pitchFamily="18" charset="0"/>
                        <a:ea typeface="Arial"/>
                        <a:cs typeface="Arial"/>
                        <a:sym typeface="Arial"/>
                      </a:endParaRPr>
                    </a:p>
                  </a:txBody>
                  <a:tcPr marL="68600" marR="68600" marT="34300" marB="34300">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Amasis MT Pro" panose="02040504050005020304" pitchFamily="18" charset="0"/>
                          <a:ea typeface="Arial"/>
                          <a:cs typeface="Arial"/>
                          <a:sym typeface="Arial"/>
                        </a:rPr>
                        <a:t>Sheel Patel &amp; Radhika [M.Tech IT]</a:t>
                      </a:r>
                      <a:endParaRPr sz="1400" u="none" strike="noStrike" cap="none">
                        <a:latin typeface="Amasis MT Pro" panose="02040504050005020304" pitchFamily="18" charset="0"/>
                        <a:ea typeface="Arial"/>
                        <a:cs typeface="Arial"/>
                        <a:sym typeface="Arial"/>
                      </a:endParaRPr>
                    </a:p>
                  </a:txBody>
                  <a:tcPr marL="68600" marR="68600" marT="34300" marB="34300">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Amasis MT Pro" panose="02040504050005020304" pitchFamily="18" charset="0"/>
                          <a:ea typeface="Arial"/>
                          <a:cs typeface="Arial"/>
                          <a:sym typeface="Arial"/>
                        </a:rPr>
                        <a:t>Group-01</a:t>
                      </a:r>
                      <a:endParaRPr sz="1100" u="none" strike="noStrike" cap="none">
                        <a:latin typeface="Amasis MT Pro" panose="02040504050005020304" pitchFamily="18" charset="0"/>
                        <a:ea typeface="Arial"/>
                        <a:cs typeface="Arial"/>
                        <a:sym typeface="Arial"/>
                      </a:endParaRPr>
                    </a:p>
                  </a:txBody>
                  <a:tcPr marL="68600" marR="68600" marT="34300" marB="34300">
                    <a:noFill/>
                  </a:tcPr>
                </a:tc>
                <a:extLst>
                  <a:ext uri="{0D108BD9-81ED-4DB2-BD59-A6C34878D82A}">
                    <a16:rowId xmlns:a16="http://schemas.microsoft.com/office/drawing/2014/main" val="10000"/>
                  </a:ext>
                </a:extLst>
              </a:tr>
              <a:tr h="27815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0C0C0C"/>
                          </a:solidFill>
                          <a:latin typeface="Amasis MT Pro" panose="02040504050005020304" pitchFamily="18" charset="0"/>
                          <a:ea typeface="Arial"/>
                          <a:cs typeface="Arial"/>
                          <a:sym typeface="Arial"/>
                        </a:rPr>
                        <a:t>Shalmon Titre (MTech)</a:t>
                      </a:r>
                      <a:endParaRPr sz="1400" u="none" strike="noStrike" cap="none">
                        <a:latin typeface="Amasis MT Pro" panose="02040504050005020304" pitchFamily="18" charset="0"/>
                        <a:ea typeface="Arial"/>
                        <a:cs typeface="Arial"/>
                        <a:sym typeface="Arial"/>
                      </a:endParaRPr>
                    </a:p>
                  </a:txBody>
                  <a:tcPr marL="68600" marR="68600" marT="34300" marB="34300">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0C0C0C"/>
                          </a:solidFill>
                          <a:latin typeface="Amasis MT Pro" panose="02040504050005020304" pitchFamily="18" charset="0"/>
                          <a:ea typeface="Arial"/>
                          <a:cs typeface="Arial"/>
                          <a:sym typeface="Arial"/>
                        </a:rPr>
                        <a:t>Lokesh Jain (MTech) </a:t>
                      </a:r>
                      <a:endParaRPr sz="1400" u="none" strike="noStrike" cap="none">
                        <a:latin typeface="Amasis MT Pro" panose="02040504050005020304" pitchFamily="18" charset="0"/>
                        <a:ea typeface="Arial"/>
                        <a:cs typeface="Arial"/>
                        <a:sym typeface="Arial"/>
                      </a:endParaRPr>
                    </a:p>
                  </a:txBody>
                  <a:tcPr marL="68600" marR="68600" marT="34300" marB="34300">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Amasis MT Pro" panose="02040504050005020304" pitchFamily="18" charset="0"/>
                          <a:ea typeface="Arial"/>
                          <a:cs typeface="Arial"/>
                          <a:sym typeface="Arial"/>
                        </a:rPr>
                        <a:t>Group-02</a:t>
                      </a:r>
                      <a:endParaRPr sz="1100" u="none" strike="noStrike" cap="none">
                        <a:latin typeface="Amasis MT Pro" panose="02040504050005020304" pitchFamily="18" charset="0"/>
                        <a:ea typeface="Arial"/>
                        <a:cs typeface="Arial"/>
                        <a:sym typeface="Arial"/>
                      </a:endParaRPr>
                    </a:p>
                  </a:txBody>
                  <a:tcPr marL="68600" marR="68600" marT="34300" marB="34300">
                    <a:noFill/>
                  </a:tcPr>
                </a:tc>
                <a:extLst>
                  <a:ext uri="{0D108BD9-81ED-4DB2-BD59-A6C34878D82A}">
                    <a16:rowId xmlns:a16="http://schemas.microsoft.com/office/drawing/2014/main" val="10001"/>
                  </a:ext>
                </a:extLst>
              </a:tr>
              <a:tr h="278150">
                <a:tc>
                  <a:txBody>
                    <a:bodyPr/>
                    <a:lstStyle/>
                    <a:p>
                      <a:pPr marL="0" marR="0" lvl="0" indent="0" algn="l" rtl="0">
                        <a:lnSpc>
                          <a:spcPct val="100000"/>
                        </a:lnSpc>
                        <a:spcBef>
                          <a:spcPts val="0"/>
                        </a:spcBef>
                        <a:spcAft>
                          <a:spcPts val="0"/>
                        </a:spcAft>
                        <a:buClr>
                          <a:srgbClr val="0C0C0C"/>
                        </a:buClr>
                        <a:buSzPts val="1400"/>
                        <a:buFont typeface="Arial"/>
                        <a:buNone/>
                      </a:pPr>
                      <a:endParaRPr sz="1400" u="none" strike="noStrike" cap="none">
                        <a:latin typeface="Amasis MT Pro" panose="02040504050005020304" pitchFamily="18" charset="0"/>
                        <a:ea typeface="Arial"/>
                        <a:cs typeface="Arial"/>
                        <a:sym typeface="Arial"/>
                      </a:endParaRPr>
                    </a:p>
                  </a:txBody>
                  <a:tcPr marL="68600" marR="68600" marT="34300" marB="34300">
                    <a:no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latin typeface="Amasis MT Pro" panose="02040504050005020304" pitchFamily="18" charset="0"/>
                        <a:ea typeface="Arial"/>
                        <a:cs typeface="Arial"/>
                        <a:sym typeface="Arial"/>
                      </a:endParaRPr>
                    </a:p>
                  </a:txBody>
                  <a:tcPr marL="68600" marR="68600" marT="34300" marB="34300">
                    <a:noFill/>
                  </a:tcPr>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dirty="0">
                        <a:latin typeface="Amasis MT Pro" panose="02040504050005020304" pitchFamily="18" charset="0"/>
                        <a:ea typeface="Arial"/>
                        <a:cs typeface="Arial"/>
                        <a:sym typeface="Arial"/>
                      </a:endParaRPr>
                    </a:p>
                  </a:txBody>
                  <a:tcPr marL="68600" marR="68600" marT="34300" marB="34300">
                    <a:noFill/>
                  </a:tcPr>
                </a:tc>
                <a:extLst>
                  <a:ext uri="{0D108BD9-81ED-4DB2-BD59-A6C34878D82A}">
                    <a16:rowId xmlns:a16="http://schemas.microsoft.com/office/drawing/2014/main" val="10002"/>
                  </a:ext>
                </a:extLst>
              </a:tr>
            </a:tbl>
          </a:graphicData>
        </a:graphic>
      </p:graphicFrame>
      <p:sp>
        <p:nvSpPr>
          <p:cNvPr id="136" name="Google Shape;136;p25"/>
          <p:cNvSpPr txBox="1"/>
          <p:nvPr/>
        </p:nvSpPr>
        <p:spPr>
          <a:xfrm>
            <a:off x="3105675" y="3633870"/>
            <a:ext cx="2932800" cy="300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1" i="0" u="none" strike="noStrike" cap="none">
                <a:solidFill>
                  <a:schemeClr val="dk1"/>
                </a:solidFill>
                <a:latin typeface="Amasis MT Pro" panose="02040504050005020304" pitchFamily="18" charset="0"/>
                <a:sym typeface="Arial"/>
              </a:rPr>
              <a:t>Teaching Assistants (TAs)</a:t>
            </a:r>
            <a:endParaRPr sz="1100" b="0" i="0" u="none" strike="noStrike" cap="none">
              <a:solidFill>
                <a:srgbClr val="000000"/>
              </a:solidFill>
              <a:latin typeface="Amasis MT Pro" panose="02040504050005020304" pitchFamily="18" charset="0"/>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6"/>
          <p:cNvSpPr txBox="1">
            <a:spLocks noGrp="1"/>
          </p:cNvSpPr>
          <p:nvPr>
            <p:ph type="title"/>
          </p:nvPr>
        </p:nvSpPr>
        <p:spPr>
          <a:xfrm>
            <a:off x="114775" y="33633"/>
            <a:ext cx="8235900" cy="8091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Clr>
                <a:schemeClr val="dk1"/>
              </a:buClr>
              <a:buSzPts val="4100"/>
              <a:buFont typeface="Arial"/>
              <a:buNone/>
            </a:pPr>
            <a:r>
              <a:rPr lang="en" sz="4800" dirty="0">
                <a:latin typeface="Amasis MT Pro" panose="02040504050005020304" pitchFamily="18" charset="0"/>
                <a:ea typeface="Arial"/>
                <a:cs typeface="Arial"/>
                <a:sym typeface="Arial"/>
              </a:rPr>
              <a:t>Objectives</a:t>
            </a:r>
            <a:endParaRPr sz="4800" dirty="0">
              <a:latin typeface="Amasis MT Pro" panose="02040504050005020304" pitchFamily="18" charset="0"/>
              <a:ea typeface="Arial"/>
              <a:cs typeface="Arial"/>
              <a:sym typeface="Arial"/>
            </a:endParaRPr>
          </a:p>
        </p:txBody>
      </p:sp>
      <p:sp>
        <p:nvSpPr>
          <p:cNvPr id="142" name="Google Shape;142;p26"/>
          <p:cNvSpPr txBox="1"/>
          <p:nvPr/>
        </p:nvSpPr>
        <p:spPr>
          <a:xfrm>
            <a:off x="579798" y="956272"/>
            <a:ext cx="7806600" cy="3344495"/>
          </a:xfrm>
          <a:prstGeom prst="rect">
            <a:avLst/>
          </a:prstGeom>
          <a:noFill/>
          <a:ln>
            <a:noFill/>
          </a:ln>
        </p:spPr>
        <p:txBody>
          <a:bodyPr spcFirstLastPara="1" wrap="square" lIns="68575" tIns="68575" rIns="68575" bIns="68575" anchor="t" anchorCtr="0">
            <a:spAutoFit/>
          </a:bodyPr>
          <a:lstStyle/>
          <a:p>
            <a:pPr marL="285750" lvl="0" indent="-285750" eaLnBrk="0" fontAlgn="base" hangingPunct="0">
              <a:lnSpc>
                <a:spcPts val="2500"/>
              </a:lnSpc>
              <a:spcBef>
                <a:spcPct val="0"/>
              </a:spcBef>
              <a:spcAft>
                <a:spcPct val="0"/>
              </a:spcAft>
              <a:buClrTx/>
              <a:buFont typeface="Wingdings" panose="05000000000000000000" pitchFamily="2" charset="2"/>
              <a:buChar char="§"/>
            </a:pPr>
            <a:r>
              <a:rPr lang="en-US" altLang="en-US" sz="1600" dirty="0">
                <a:solidFill>
                  <a:schemeClr val="tx1"/>
                </a:solidFill>
                <a:latin typeface="Amasis MT Pro" panose="02040504050005020304" pitchFamily="18" charset="0"/>
              </a:rPr>
              <a:t>To understand the use of </a:t>
            </a:r>
            <a:r>
              <a:rPr lang="en-US" altLang="en-US" sz="1600" b="1" dirty="0">
                <a:solidFill>
                  <a:schemeClr val="tx1"/>
                </a:solidFill>
                <a:latin typeface="Amasis MT Pro" panose="02040504050005020304" pitchFamily="18" charset="0"/>
              </a:rPr>
              <a:t>regular expressions </a:t>
            </a:r>
            <a:r>
              <a:rPr lang="en-US" altLang="en-US" sz="1600" dirty="0">
                <a:solidFill>
                  <a:schemeClr val="tx1"/>
                </a:solidFill>
                <a:latin typeface="Amasis MT Pro" panose="02040504050005020304" pitchFamily="18" charset="0"/>
              </a:rPr>
              <a:t>for pattern matching in textual data.</a:t>
            </a:r>
          </a:p>
          <a:p>
            <a:pPr marL="285750" lvl="0" indent="-285750" eaLnBrk="0" fontAlgn="base" hangingPunct="0">
              <a:lnSpc>
                <a:spcPts val="2500"/>
              </a:lnSpc>
              <a:spcBef>
                <a:spcPct val="0"/>
              </a:spcBef>
              <a:spcAft>
                <a:spcPct val="0"/>
              </a:spcAft>
              <a:buClrTx/>
              <a:buFont typeface="Wingdings" panose="05000000000000000000" pitchFamily="2" charset="2"/>
              <a:buChar char="§"/>
            </a:pPr>
            <a:r>
              <a:rPr lang="en-US" altLang="en-US" sz="1600" dirty="0">
                <a:solidFill>
                  <a:schemeClr val="tx1"/>
                </a:solidFill>
                <a:latin typeface="Amasis MT Pro" panose="02040504050005020304" pitchFamily="18" charset="0"/>
              </a:rPr>
              <a:t>To extract specific linguistic patterns such as capitalized words, punctuation marks, quoted text, and repeated words using regular expressions.</a:t>
            </a:r>
          </a:p>
          <a:p>
            <a:pPr marL="285750" lvl="0" indent="-285750" eaLnBrk="0" fontAlgn="base" hangingPunct="0">
              <a:lnSpc>
                <a:spcPts val="2500"/>
              </a:lnSpc>
              <a:spcBef>
                <a:spcPct val="0"/>
              </a:spcBef>
              <a:spcAft>
                <a:spcPct val="0"/>
              </a:spcAft>
              <a:buClrTx/>
              <a:buFont typeface="Wingdings" panose="05000000000000000000" pitchFamily="2" charset="2"/>
              <a:buChar char="§"/>
            </a:pPr>
            <a:r>
              <a:rPr lang="en-US" altLang="en-US" sz="1600" dirty="0">
                <a:solidFill>
                  <a:schemeClr val="tx1"/>
                </a:solidFill>
                <a:latin typeface="Amasis MT Pro" panose="02040504050005020304" pitchFamily="18" charset="0"/>
              </a:rPr>
              <a:t>To identify sentence-level and word-level patterns in a given corpus.</a:t>
            </a:r>
          </a:p>
          <a:p>
            <a:pPr marL="285750" lvl="0" indent="-285750" eaLnBrk="0" fontAlgn="base" hangingPunct="0">
              <a:lnSpc>
                <a:spcPts val="2500"/>
              </a:lnSpc>
              <a:spcBef>
                <a:spcPct val="0"/>
              </a:spcBef>
              <a:spcAft>
                <a:spcPct val="0"/>
              </a:spcAft>
              <a:buClrTx/>
              <a:buFont typeface="Wingdings" panose="05000000000000000000" pitchFamily="2" charset="2"/>
              <a:buChar char="§"/>
            </a:pPr>
            <a:r>
              <a:rPr lang="en-US" altLang="en-US" sz="1600" dirty="0">
                <a:solidFill>
                  <a:schemeClr val="tx1"/>
                </a:solidFill>
                <a:latin typeface="Amasis MT Pro" panose="02040504050005020304" pitchFamily="18" charset="0"/>
              </a:rPr>
              <a:t>To analyze vocabulary growth by computing the number of tokens and unique word types in a corpus.</a:t>
            </a:r>
          </a:p>
          <a:p>
            <a:pPr marL="285750" lvl="0" indent="-285750" eaLnBrk="0" fontAlgn="base" hangingPunct="0">
              <a:lnSpc>
                <a:spcPts val="2500"/>
              </a:lnSpc>
              <a:spcBef>
                <a:spcPct val="0"/>
              </a:spcBef>
              <a:spcAft>
                <a:spcPct val="0"/>
              </a:spcAft>
              <a:buClrTx/>
              <a:buFont typeface="Wingdings" panose="05000000000000000000" pitchFamily="2" charset="2"/>
              <a:buChar char="§"/>
            </a:pPr>
            <a:r>
              <a:rPr lang="en-US" altLang="en-US" sz="1600" dirty="0">
                <a:solidFill>
                  <a:schemeClr val="tx1"/>
                </a:solidFill>
                <a:latin typeface="Amasis MT Pro" panose="02040504050005020304" pitchFamily="18" charset="0"/>
              </a:rPr>
              <a:t>To verify </a:t>
            </a:r>
            <a:r>
              <a:rPr lang="en-US" altLang="en-US" sz="1600" b="1" dirty="0">
                <a:solidFill>
                  <a:schemeClr val="tx1"/>
                </a:solidFill>
                <a:latin typeface="Amasis MT Pro" panose="02040504050005020304" pitchFamily="18" charset="0"/>
              </a:rPr>
              <a:t>Heap’s Law </a:t>
            </a:r>
            <a:r>
              <a:rPr lang="en-US" altLang="en-US" sz="1600" dirty="0">
                <a:solidFill>
                  <a:schemeClr val="tx1"/>
                </a:solidFill>
                <a:latin typeface="Amasis MT Pro" panose="02040504050005020304" pitchFamily="18" charset="0"/>
              </a:rPr>
              <a:t>by studying the relationship between vocabulary size and corpus size.</a:t>
            </a:r>
          </a:p>
          <a:p>
            <a:pPr marL="285750" lvl="0" indent="-285750" eaLnBrk="0" fontAlgn="base" hangingPunct="0">
              <a:lnSpc>
                <a:spcPts val="2500"/>
              </a:lnSpc>
              <a:spcBef>
                <a:spcPct val="0"/>
              </a:spcBef>
              <a:spcAft>
                <a:spcPct val="0"/>
              </a:spcAft>
              <a:buClrTx/>
              <a:buFont typeface="Wingdings" panose="05000000000000000000" pitchFamily="2" charset="2"/>
              <a:buChar char="§"/>
            </a:pPr>
            <a:r>
              <a:rPr lang="en-US" altLang="en-US" sz="1600" dirty="0">
                <a:solidFill>
                  <a:schemeClr val="tx1"/>
                </a:solidFill>
                <a:latin typeface="Amasis MT Pro" panose="02040504050005020304" pitchFamily="18" charset="0"/>
              </a:rPr>
              <a:t>To plot and compare actual vocabulary growth with the predicted Heap’s Law curve.</a:t>
            </a:r>
          </a:p>
          <a:p>
            <a:pPr marL="0" lvl="0" indent="0" rtl="0">
              <a:lnSpc>
                <a:spcPts val="2500"/>
              </a:lnSpc>
              <a:spcBef>
                <a:spcPts val="0"/>
              </a:spcBef>
              <a:spcAft>
                <a:spcPts val="0"/>
              </a:spcAft>
              <a:buNone/>
            </a:pPr>
            <a:endParaRPr dirty="0">
              <a:solidFill>
                <a:schemeClr val="dk1"/>
              </a:solidFill>
              <a:latin typeface="Amasis MT Pro" panose="02040504050005020304" pitchFamily="18" charset="0"/>
            </a:endParaRPr>
          </a:p>
        </p:txBody>
      </p:sp>
      <p:sp>
        <p:nvSpPr>
          <p:cNvPr id="3" name="Rectangle 2">
            <a:extLst>
              <a:ext uri="{FF2B5EF4-FFF2-40B4-BE49-F238E27FC236}">
                <a16:creationId xmlns:a16="http://schemas.microsoft.com/office/drawing/2014/main" id="{D21F65A6-5997-4E66-E38A-9E69C7C2B8C5}"/>
              </a:ext>
            </a:extLst>
          </p:cNvPr>
          <p:cNvSpPr>
            <a:spLocks noChangeArrowheads="1"/>
          </p:cNvSpPr>
          <p:nvPr/>
        </p:nvSpPr>
        <p:spPr bwMode="auto">
          <a:xfrm>
            <a:off x="0" y="-123110"/>
            <a:ext cx="22955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9"/>
          <p:cNvSpPr txBox="1">
            <a:spLocks noGrp="1"/>
          </p:cNvSpPr>
          <p:nvPr>
            <p:ph type="title"/>
          </p:nvPr>
        </p:nvSpPr>
        <p:spPr>
          <a:xfrm>
            <a:off x="343115" y="55001"/>
            <a:ext cx="8097900" cy="6450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Clr>
                <a:schemeClr val="dk1"/>
              </a:buClr>
              <a:buSzPts val="4500"/>
              <a:buFont typeface="Arial"/>
              <a:buNone/>
            </a:pPr>
            <a:r>
              <a:rPr lang="en" sz="4000" b="1" dirty="0">
                <a:latin typeface="Amasis MT Pro" panose="02040504050005020304" pitchFamily="18" charset="0"/>
                <a:ea typeface="Arial"/>
                <a:cs typeface="Arial"/>
                <a:sym typeface="Arial"/>
              </a:rPr>
              <a:t>Assignment 1</a:t>
            </a:r>
            <a:endParaRPr sz="4000" b="1" dirty="0">
              <a:latin typeface="Amasis MT Pro" panose="02040504050005020304" pitchFamily="18" charset="0"/>
              <a:ea typeface="Arial"/>
              <a:cs typeface="Arial"/>
              <a:sym typeface="Arial"/>
            </a:endParaRPr>
          </a:p>
        </p:txBody>
      </p:sp>
      <p:sp>
        <p:nvSpPr>
          <p:cNvPr id="158" name="Google Shape;158;p29"/>
          <p:cNvSpPr txBox="1"/>
          <p:nvPr/>
        </p:nvSpPr>
        <p:spPr>
          <a:xfrm>
            <a:off x="343115" y="1003130"/>
            <a:ext cx="8327400" cy="3608650"/>
          </a:xfrm>
          <a:prstGeom prst="rect">
            <a:avLst/>
          </a:prstGeom>
          <a:noFill/>
          <a:ln>
            <a:noFill/>
          </a:ln>
        </p:spPr>
        <p:txBody>
          <a:bodyPr spcFirstLastPara="1" wrap="square" lIns="68575" tIns="34275" rIns="68575" bIns="34275" anchor="t" anchorCtr="0">
            <a:spAutoFit/>
          </a:bodyPr>
          <a:lstStyle/>
          <a:p>
            <a:pPr marL="0" marR="0" lvl="0" indent="0" algn="just" rtl="0">
              <a:lnSpc>
                <a:spcPct val="100000"/>
              </a:lnSpc>
              <a:spcBef>
                <a:spcPts val="0"/>
              </a:spcBef>
              <a:spcAft>
                <a:spcPts val="0"/>
              </a:spcAft>
              <a:buNone/>
            </a:pPr>
            <a:r>
              <a:rPr lang="en" sz="1700" b="1" i="0" u="none" strike="noStrike" cap="none" dirty="0">
                <a:solidFill>
                  <a:srgbClr val="000000"/>
                </a:solidFill>
                <a:latin typeface="Amasis MT Pro" panose="02040504050005020304" pitchFamily="18" charset="0"/>
                <a:sym typeface="Arial"/>
              </a:rPr>
              <a:t>Question 1 :- </a:t>
            </a:r>
          </a:p>
          <a:p>
            <a:pPr marL="0" marR="0" lvl="0" indent="0" algn="just" rtl="0">
              <a:lnSpc>
                <a:spcPct val="100000"/>
              </a:lnSpc>
              <a:spcBef>
                <a:spcPts val="0"/>
              </a:spcBef>
              <a:spcAft>
                <a:spcPts val="0"/>
              </a:spcAft>
              <a:buNone/>
            </a:pPr>
            <a:endParaRPr sz="1700" b="1" dirty="0">
              <a:latin typeface="Amasis MT Pro" panose="02040504050005020304" pitchFamily="18" charset="0"/>
            </a:endParaRPr>
          </a:p>
          <a:p>
            <a:pPr marL="342900" lvl="0" algn="just"/>
            <a:r>
              <a:rPr lang="en-US" dirty="0">
                <a:latin typeface="Amasis MT Pro" panose="02040504050005020304" pitchFamily="18" charset="0"/>
              </a:rPr>
              <a:t>One fine morning, Tom! Tom! was walking along the Riverside, thinking about everything and nothing. Suddenly, he shouted: "What are you doing here?" The boy, smiling, kept running, running, and laughing! Sarah asked politely, "Could you please explain?" but no one responded. Meanwhile, a Flying bird was singing near the School. The teacher said, "Morning is always the best time for Reading and Writing." Children were playing, dancing, and enjoying the sunshine. "Really?" asked John. The girl looked back, wondering, "Why, why would anyone do that?" After all, caring, sharing, and loving bring meaning to life. Books, music, and games—these things matter!</a:t>
            </a:r>
          </a:p>
          <a:p>
            <a:pPr marL="342900" lvl="0" algn="just"/>
            <a:endParaRPr lang="en-US" dirty="0">
              <a:latin typeface="Amasis MT Pro" panose="02040504050005020304" pitchFamily="18" charset="0"/>
            </a:endParaRPr>
          </a:p>
          <a:p>
            <a:pPr marL="342900" lvl="0" algn="just"/>
            <a:r>
              <a:rPr lang="en-US" b="1" dirty="0">
                <a:latin typeface="Amasis MT Pro" panose="02040504050005020304" pitchFamily="18" charset="0"/>
              </a:rPr>
              <a:t>Aim: To study and implement regular expressions.</a:t>
            </a:r>
          </a:p>
          <a:p>
            <a:pPr marL="742950" lvl="0" indent="-400050" algn="just">
              <a:buFont typeface="+mj-lt"/>
              <a:buAutoNum type="romanLcPeriod"/>
            </a:pPr>
            <a:r>
              <a:rPr lang="en-US" dirty="0">
                <a:latin typeface="Amasis MT Pro" panose="02040504050005020304" pitchFamily="18" charset="0"/>
              </a:rPr>
              <a:t> Use a regular expression to extract all words that begin with an uppercase letter in the corpus.</a:t>
            </a:r>
          </a:p>
          <a:p>
            <a:pPr marL="742950" lvl="0" indent="-400050" algn="just">
              <a:buFont typeface="+mj-lt"/>
              <a:buAutoNum type="romanLcPeriod"/>
            </a:pPr>
            <a:r>
              <a:rPr lang="en-US" dirty="0">
                <a:latin typeface="Amasis MT Pro" panose="02040504050005020304" pitchFamily="18" charset="0"/>
              </a:rPr>
              <a:t> Write a regular expression to find all punctuation marks in the text (e.g., . , " : ? !). </a:t>
            </a:r>
          </a:p>
          <a:p>
            <a:pPr marL="742950" lvl="0" indent="-400050" algn="just">
              <a:buFont typeface="+mj-lt"/>
              <a:buAutoNum type="romanLcPeriod"/>
            </a:pPr>
            <a:r>
              <a:rPr lang="en-US" dirty="0">
                <a:latin typeface="Amasis MT Pro" panose="02040504050005020304" pitchFamily="18" charset="0"/>
              </a:rPr>
              <a:t> Use a regular  expression to extract sentences that end with a ?.</a:t>
            </a:r>
          </a:p>
          <a:p>
            <a:pPr marL="742950" lvl="0" indent="-400050" algn="just">
              <a:buFont typeface="+mj-lt"/>
              <a:buAutoNum type="romanLcPeriod"/>
            </a:pPr>
            <a:r>
              <a:rPr lang="en-US" dirty="0">
                <a:latin typeface="Amasis MT Pro" panose="02040504050005020304" pitchFamily="18" charset="0"/>
              </a:rPr>
              <a:t> Extract all words that end with </a:t>
            </a:r>
            <a:r>
              <a:rPr lang="en-US" dirty="0" err="1">
                <a:latin typeface="Amasis MT Pro" panose="02040504050005020304" pitchFamily="18" charset="0"/>
              </a:rPr>
              <a:t>ing</a:t>
            </a:r>
            <a:r>
              <a:rPr lang="en-US" dirty="0">
                <a:latin typeface="Amasis MT Pro" panose="02040504050005020304" pitchFamily="18" charset="0"/>
              </a:rPr>
              <a:t> (e.g., "punching").</a:t>
            </a:r>
          </a:p>
          <a:p>
            <a:pPr marL="342900" lvl="0" algn="just"/>
            <a:r>
              <a:rPr lang="en-US" dirty="0">
                <a:latin typeface="Amasis MT Pro" panose="02040504050005020304" pitchFamily="18" charset="0"/>
              </a:rPr>
              <a:t> </a:t>
            </a:r>
            <a:endParaRPr sz="1700" b="0" i="0" u="none" strike="noStrike" cap="none" dirty="0">
              <a:solidFill>
                <a:srgbClr val="000000"/>
              </a:solidFill>
              <a:latin typeface="Amasis MT Pro" panose="02040504050005020304" pitchFamily="18" charset="0"/>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p30"/>
          <p:cNvSpPr txBox="1"/>
          <p:nvPr/>
        </p:nvSpPr>
        <p:spPr>
          <a:xfrm>
            <a:off x="218410" y="827966"/>
            <a:ext cx="8327400" cy="3300873"/>
          </a:xfrm>
          <a:prstGeom prst="rect">
            <a:avLst/>
          </a:prstGeom>
          <a:noFill/>
          <a:ln>
            <a:noFill/>
          </a:ln>
        </p:spPr>
        <p:txBody>
          <a:bodyPr spcFirstLastPara="1" wrap="square" lIns="68575" tIns="34275" rIns="68575" bIns="34275" anchor="t" anchorCtr="0">
            <a:spAutoFit/>
          </a:bodyPr>
          <a:lstStyle/>
          <a:p>
            <a:pPr marL="742950" indent="-400050" algn="just">
              <a:buFont typeface="+mj-lt"/>
              <a:buAutoNum type="romanLcPeriod" startAt="5"/>
            </a:pPr>
            <a:r>
              <a:rPr lang="en-US" dirty="0">
                <a:latin typeface="Amasis MT Pro" panose="02040504050005020304" pitchFamily="18" charset="0"/>
              </a:rPr>
              <a:t>Use a regular expression to find all words that are exactly 5 characters long. </a:t>
            </a:r>
          </a:p>
          <a:p>
            <a:pPr marL="742950" indent="-400050" algn="just">
              <a:buFont typeface="+mj-lt"/>
              <a:buAutoNum type="romanLcPeriod" startAt="5"/>
            </a:pPr>
            <a:r>
              <a:rPr lang="en-US" dirty="0">
                <a:latin typeface="Amasis MT Pro" panose="02040504050005020304" pitchFamily="18" charset="0"/>
              </a:rPr>
              <a:t>Write a regular expression to find all text enclosed in double quotes (`"..."). </a:t>
            </a:r>
          </a:p>
          <a:p>
            <a:pPr marL="742950" lvl="0" indent="-400050" algn="just">
              <a:buFont typeface="+mj-lt"/>
              <a:buAutoNum type="romanLcPeriod" startAt="5"/>
            </a:pPr>
            <a:r>
              <a:rPr lang="en-US" dirty="0">
                <a:latin typeface="Amasis MT Pro" panose="02040504050005020304" pitchFamily="18" charset="0"/>
              </a:rPr>
              <a:t>Find all words that are immediately followed by a punctuation mark (e.g., boy,, heart,).</a:t>
            </a:r>
          </a:p>
          <a:p>
            <a:pPr marL="742950" lvl="0" indent="-400050" algn="just">
              <a:buFont typeface="+mj-lt"/>
              <a:buAutoNum type="romanLcPeriod" startAt="5"/>
            </a:pPr>
            <a:r>
              <a:rPr lang="en-US" dirty="0">
                <a:latin typeface="Amasis MT Pro" panose="02040504050005020304" pitchFamily="18" charset="0"/>
              </a:rPr>
              <a:t>Use a regular expression to extract all sentences where the word "Morning" appears (case-sensitive). </a:t>
            </a:r>
          </a:p>
          <a:p>
            <a:pPr marL="742950" lvl="0" indent="-400050" algn="just">
              <a:buFont typeface="+mj-lt"/>
              <a:buAutoNum type="romanLcPeriod" startAt="5"/>
            </a:pPr>
            <a:r>
              <a:rPr lang="en-US" dirty="0">
                <a:latin typeface="Amasis MT Pro" panose="02040504050005020304" pitchFamily="18" charset="0"/>
              </a:rPr>
              <a:t>Write a regular expression to locate instances where the same word appears twice in a row (e.g., "Tom! Tom!"). </a:t>
            </a:r>
          </a:p>
          <a:p>
            <a:pPr marL="742950" lvl="0" indent="-400050" algn="just">
              <a:buFont typeface="+mj-lt"/>
              <a:buAutoNum type="romanLcPeriod" startAt="5"/>
            </a:pPr>
            <a:r>
              <a:rPr lang="en-US" dirty="0">
                <a:latin typeface="Amasis MT Pro" panose="02040504050005020304" pitchFamily="18" charset="0"/>
              </a:rPr>
              <a:t>Write a regular expression that matches words in the corpus, ignoring their case and punctuation, to create a set of unique words.</a:t>
            </a:r>
          </a:p>
          <a:p>
            <a:pPr marL="742950" lvl="0" indent="-400050" algn="just">
              <a:buFont typeface="+mj-lt"/>
              <a:buAutoNum type="romanLcPeriod" startAt="5"/>
            </a:pPr>
            <a:r>
              <a:rPr lang="en-IN" dirty="0">
                <a:latin typeface="Amasis MT Pro" panose="02040504050005020304" pitchFamily="18" charset="0"/>
              </a:rPr>
              <a:t>Using regular expressions, remove all the function words</a:t>
            </a:r>
          </a:p>
          <a:p>
            <a:pPr marL="742950" lvl="0" indent="-400050" algn="just">
              <a:buFont typeface="+mj-lt"/>
              <a:buAutoNum type="romanLcPeriod" startAt="5"/>
            </a:pPr>
            <a:r>
              <a:rPr lang="en-IN" sz="1400" b="0" i="0" u="none" strike="noStrike" cap="none" dirty="0">
                <a:solidFill>
                  <a:srgbClr val="000000"/>
                </a:solidFill>
                <a:latin typeface="Amasis MT Pro" panose="02040504050005020304" pitchFamily="18" charset="0"/>
                <a:sym typeface="Arial"/>
              </a:rPr>
              <a:t>Perform the f</a:t>
            </a:r>
            <a:r>
              <a:rPr lang="en-IN" dirty="0">
                <a:latin typeface="Amasis MT Pro" panose="02040504050005020304" pitchFamily="18" charset="0"/>
              </a:rPr>
              <a:t>ollowing tokenization using regex:</a:t>
            </a:r>
          </a:p>
          <a:p>
            <a:pPr marL="342900" lvl="6" algn="just"/>
            <a:r>
              <a:rPr lang="en-IN" dirty="0">
                <a:latin typeface="Amasis MT Pro" panose="02040504050005020304" pitchFamily="18" charset="0"/>
              </a:rPr>
              <a:t>	a. Tokenize at </a:t>
            </a:r>
            <a:r>
              <a:rPr lang="en-IN" dirty="0" err="1">
                <a:latin typeface="Amasis MT Pro" panose="02040504050005020304" pitchFamily="18" charset="0"/>
              </a:rPr>
              <a:t>uni</a:t>
            </a:r>
            <a:r>
              <a:rPr lang="en-IN" dirty="0">
                <a:latin typeface="Amasis MT Pro" panose="02040504050005020304" pitchFamily="18" charset="0"/>
              </a:rPr>
              <a:t>-gram</a:t>
            </a:r>
          </a:p>
          <a:p>
            <a:pPr marL="342900" lvl="6" algn="just"/>
            <a:r>
              <a:rPr lang="en-IN" dirty="0">
                <a:latin typeface="Amasis MT Pro" panose="02040504050005020304" pitchFamily="18" charset="0"/>
              </a:rPr>
              <a:t>	b. Tokenize at bi-gram 	 </a:t>
            </a:r>
          </a:p>
          <a:p>
            <a:pPr marL="342900" lvl="6" algn="just"/>
            <a:r>
              <a:rPr lang="en-IN" b="0" i="0" u="none" strike="noStrike" cap="none" dirty="0">
                <a:solidFill>
                  <a:srgbClr val="000000"/>
                </a:solidFill>
                <a:latin typeface="Amasis MT Pro" panose="02040504050005020304" pitchFamily="18" charset="0"/>
                <a:sym typeface="Arial"/>
              </a:rPr>
              <a:t>	c. </a:t>
            </a:r>
            <a:r>
              <a:rPr lang="en-IN" dirty="0">
                <a:latin typeface="Amasis MT Pro" panose="02040504050005020304" pitchFamily="18" charset="0"/>
              </a:rPr>
              <a:t>Tokenize at tri-gram</a:t>
            </a:r>
          </a:p>
          <a:p>
            <a:pPr marL="342900" lvl="6" algn="just"/>
            <a:r>
              <a:rPr lang="en-IN" b="0" i="0" u="none" strike="noStrike" cap="none" dirty="0">
                <a:solidFill>
                  <a:srgbClr val="000000"/>
                </a:solidFill>
                <a:latin typeface="Amasis MT Pro" panose="02040504050005020304" pitchFamily="18" charset="0"/>
                <a:sym typeface="Arial"/>
              </a:rPr>
              <a:t>            d. </a:t>
            </a:r>
            <a:r>
              <a:rPr lang="en-IN" dirty="0">
                <a:latin typeface="Amasis MT Pro" panose="02040504050005020304" pitchFamily="18" charset="0"/>
              </a:rPr>
              <a:t>Tokenize at sentence level</a:t>
            </a:r>
            <a:endParaRPr b="0" i="0" u="none" strike="noStrike" cap="none" dirty="0">
              <a:solidFill>
                <a:srgbClr val="000000"/>
              </a:solidFill>
              <a:latin typeface="Amasis MT Pro" panose="02040504050005020304" pitchFamily="18" charset="0"/>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1"/>
          <p:cNvSpPr txBox="1">
            <a:spLocks noGrp="1"/>
          </p:cNvSpPr>
          <p:nvPr>
            <p:ph type="title"/>
          </p:nvPr>
        </p:nvSpPr>
        <p:spPr>
          <a:xfrm>
            <a:off x="321500" y="96982"/>
            <a:ext cx="8097900" cy="6450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Clr>
                <a:schemeClr val="dk1"/>
              </a:buClr>
              <a:buSzPts val="4500"/>
              <a:buFont typeface="Arial"/>
              <a:buNone/>
            </a:pPr>
            <a:r>
              <a:rPr lang="en" sz="4000" b="1" dirty="0">
                <a:latin typeface="Amasis MT Pro" panose="02040504050005020304" pitchFamily="18" charset="0"/>
                <a:ea typeface="Arial"/>
                <a:cs typeface="Arial"/>
                <a:sym typeface="Arial"/>
              </a:rPr>
              <a:t>Assignment-2</a:t>
            </a:r>
            <a:endParaRPr sz="4000" b="1" dirty="0">
              <a:latin typeface="Amasis MT Pro" panose="02040504050005020304" pitchFamily="18" charset="0"/>
              <a:ea typeface="Arial"/>
              <a:cs typeface="Arial"/>
              <a:sym typeface="Arial"/>
            </a:endParaRPr>
          </a:p>
        </p:txBody>
      </p:sp>
      <mc:AlternateContent xmlns:mc="http://schemas.openxmlformats.org/markup-compatibility/2006">
        <mc:Choice xmlns:a14="http://schemas.microsoft.com/office/drawing/2010/main" Requires="a14">
          <p:sp>
            <p:nvSpPr>
              <p:cNvPr id="170" name="Google Shape;170;p31"/>
              <p:cNvSpPr txBox="1"/>
              <p:nvPr/>
            </p:nvSpPr>
            <p:spPr>
              <a:xfrm>
                <a:off x="453118" y="1017579"/>
                <a:ext cx="8327400" cy="3310941"/>
              </a:xfrm>
              <a:prstGeom prst="rect">
                <a:avLst/>
              </a:prstGeom>
              <a:noFill/>
              <a:ln>
                <a:noFill/>
              </a:ln>
            </p:spPr>
            <p:txBody>
              <a:bodyPr spcFirstLastPara="1" wrap="square" lIns="68575" tIns="34275" rIns="68575" bIns="34275" anchor="t" anchorCtr="0">
                <a:spAutoFit/>
              </a:bodyPr>
              <a:lstStyle/>
              <a:p>
                <a:r>
                  <a:rPr lang="en-IN" b="1" dirty="0">
                    <a:latin typeface="Amasis MT Pro" panose="02040504050005020304" pitchFamily="18" charset="0"/>
                  </a:rPr>
                  <a:t>Question 1: Corpus Analysis using Heap’s Law</a:t>
                </a:r>
              </a:p>
              <a:p>
                <a:endParaRPr lang="en-IN" b="1" dirty="0">
                  <a:latin typeface="Amasis MT Pro" panose="02040504050005020304" pitchFamily="18" charset="0"/>
                </a:endParaRPr>
              </a:p>
              <a:p>
                <a:r>
                  <a:rPr lang="en-IN" b="1" dirty="0">
                    <a:latin typeface="Amasis MT Pro" panose="02040504050005020304" pitchFamily="18" charset="0"/>
                  </a:rPr>
                  <a:t>Corpus:</a:t>
                </a:r>
                <a:r>
                  <a:rPr lang="en-IN" dirty="0">
                    <a:latin typeface="Amasis MT Pro" panose="02040504050005020304" pitchFamily="18" charset="0"/>
                  </a:rPr>
                  <a:t> Refer to the given </a:t>
                </a:r>
                <a:r>
                  <a:rPr lang="en-IN" b="1" dirty="0">
                    <a:latin typeface="Amasis MT Pro" panose="02040504050005020304" pitchFamily="18" charset="0"/>
                  </a:rPr>
                  <a:t>corpus.txt. </a:t>
                </a:r>
                <a:r>
                  <a:rPr lang="en-IN" dirty="0">
                    <a:latin typeface="Amasis MT Pro" panose="02040504050005020304" pitchFamily="18" charset="0"/>
                  </a:rPr>
                  <a:t>Perform the following tasks using NLTK:</a:t>
                </a:r>
              </a:p>
              <a:p>
                <a:pPr marL="285750" indent="-285750">
                  <a:buFont typeface="Arial" panose="020B0604020202020204" pitchFamily="34" charset="0"/>
                  <a:buChar char="•"/>
                </a:pPr>
                <a:r>
                  <a:rPr lang="en-IN" dirty="0">
                    <a:latin typeface="Amasis MT Pro" panose="02040504050005020304" pitchFamily="18" charset="0"/>
                  </a:rPr>
                  <a:t>Read the corpus and tokenize the text into words.</a:t>
                </a:r>
              </a:p>
              <a:p>
                <a:pPr marL="285750" indent="-285750">
                  <a:buFont typeface="Arial" panose="020B0604020202020204" pitchFamily="34" charset="0"/>
                  <a:buChar char="•"/>
                </a:pPr>
                <a:r>
                  <a:rPr lang="en-IN" dirty="0">
                    <a:latin typeface="Amasis MT Pro" panose="02040504050005020304" pitchFamily="18" charset="0"/>
                  </a:rPr>
                  <a:t>Compute the total number of tokens (N) and the number of unique word types (V).</a:t>
                </a:r>
              </a:p>
              <a:p>
                <a:pPr marL="285750" indent="-285750">
                  <a:buFont typeface="Arial" panose="020B0604020202020204" pitchFamily="34" charset="0"/>
                  <a:buChar char="•"/>
                </a:pPr>
                <a:r>
                  <a:rPr lang="en-IN" dirty="0">
                    <a:latin typeface="Amasis MT Pro" panose="02040504050005020304" pitchFamily="18" charset="0"/>
                  </a:rPr>
                  <a:t>Plot the vocabulary growth curve by calculating vocabulary size for increasing corpus sizes.</a:t>
                </a:r>
              </a:p>
              <a:p>
                <a:pPr marL="285750" indent="-285750">
                  <a:buFont typeface="Arial" panose="020B0604020202020204" pitchFamily="34" charset="0"/>
                  <a:buChar char="•"/>
                </a:pPr>
                <a:r>
                  <a:rPr lang="en-IN" dirty="0">
                    <a:latin typeface="Amasis MT Pro" panose="02040504050005020304" pitchFamily="18" charset="0"/>
                  </a:rPr>
                  <a:t>Verify Heap’s Law, given by:</a:t>
                </a: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𝑉</m:t>
                      </m:r>
                      <m:r>
                        <a:rPr lang="en-IN">
                          <a:latin typeface="Cambria Math" panose="02040503050406030204" pitchFamily="18" charset="0"/>
                        </a:rPr>
                        <m:t>=</m:t>
                      </m:r>
                      <m:r>
                        <a:rPr lang="en-IN" i="1">
                          <a:latin typeface="Cambria Math" panose="02040503050406030204" pitchFamily="18" charset="0"/>
                        </a:rPr>
                        <m:t>𝑘</m:t>
                      </m:r>
                      <m:r>
                        <a:rPr lang="en-IN">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𝑁</m:t>
                          </m:r>
                        </m:e>
                        <m:sup>
                          <m:r>
                            <a:rPr lang="ar-AE" i="1">
                              <a:latin typeface="Cambria Math" panose="02040503050406030204" pitchFamily="18" charset="0"/>
                            </a:rPr>
                            <m:t>𝛽</m:t>
                          </m:r>
                        </m:sup>
                      </m:sSup>
                    </m:oMath>
                  </m:oMathPara>
                </a14:m>
                <a:endParaRPr lang="ar-AE" dirty="0">
                  <a:latin typeface="Amasis MT Pro" panose="02040504050005020304" pitchFamily="18" charset="0"/>
                </a:endParaRPr>
              </a:p>
              <a:p>
                <a:r>
                  <a:rPr lang="en-IN" dirty="0">
                    <a:latin typeface="Amasis MT Pro" panose="02040504050005020304" pitchFamily="18" charset="0"/>
                  </a:rPr>
                  <a:t>where</a:t>
                </a:r>
              </a:p>
              <a:p>
                <a14:m>
                  <m:oMath xmlns:m="http://schemas.openxmlformats.org/officeDocument/2006/math">
                    <m:r>
                      <a:rPr lang="en-IN" i="1">
                        <a:latin typeface="Cambria Math" panose="02040503050406030204" pitchFamily="18" charset="0"/>
                      </a:rPr>
                      <m:t>𝑉</m:t>
                    </m:r>
                  </m:oMath>
                </a14:m>
                <a:r>
                  <a:rPr lang="en-IN" dirty="0">
                    <a:latin typeface="Amasis MT Pro" panose="02040504050005020304" pitchFamily="18" charset="0"/>
                  </a:rPr>
                  <a:t>= vocabulary size</a:t>
                </a:r>
              </a:p>
              <a:p>
                <a14:m>
                  <m:oMath xmlns:m="http://schemas.openxmlformats.org/officeDocument/2006/math">
                    <m:r>
                      <a:rPr lang="en-IN" i="1">
                        <a:latin typeface="Cambria Math" panose="02040503050406030204" pitchFamily="18" charset="0"/>
                      </a:rPr>
                      <m:t>𝑁</m:t>
                    </m:r>
                  </m:oMath>
                </a14:m>
                <a:r>
                  <a:rPr lang="en-IN" dirty="0">
                    <a:latin typeface="Amasis MT Pro" panose="02040504050005020304" pitchFamily="18" charset="0"/>
                  </a:rPr>
                  <a:t>= number of tokens</a:t>
                </a:r>
              </a:p>
              <a:p>
                <a14:m>
                  <m:oMath xmlns:m="http://schemas.openxmlformats.org/officeDocument/2006/math">
                    <m:r>
                      <a:rPr lang="en-IN" i="1">
                        <a:latin typeface="Cambria Math" panose="02040503050406030204" pitchFamily="18" charset="0"/>
                      </a:rPr>
                      <m:t>𝑘</m:t>
                    </m:r>
                    <m:r>
                      <a:rPr lang="en-IN">
                        <a:latin typeface="Cambria Math" panose="02040503050406030204" pitchFamily="18" charset="0"/>
                      </a:rPr>
                      <m:t>,</m:t>
                    </m:r>
                    <m:r>
                      <a:rPr lang="en-IN" i="1">
                        <a:latin typeface="Cambria Math" panose="02040503050406030204" pitchFamily="18" charset="0"/>
                      </a:rPr>
                      <m:t>𝛽</m:t>
                    </m:r>
                    <m:r>
                      <a:rPr lang="en-IN" b="0" i="1" smtClean="0">
                        <a:latin typeface="Cambria Math" panose="02040503050406030204" pitchFamily="18" charset="0"/>
                      </a:rPr>
                      <m:t> </m:t>
                    </m:r>
                  </m:oMath>
                </a14:m>
                <a:r>
                  <a:rPr lang="en-IN" dirty="0">
                    <a:latin typeface="Amasis MT Pro" panose="02040504050005020304" pitchFamily="18" charset="0"/>
                  </a:rPr>
                  <a:t>are constants</a:t>
                </a:r>
              </a:p>
              <a:p>
                <a:r>
                  <a:rPr lang="en-IN" dirty="0">
                    <a:latin typeface="Amasis MT Pro" panose="02040504050005020304" pitchFamily="18" charset="0"/>
                  </a:rPr>
                  <a:t>Estimate suitable values of </a:t>
                </a:r>
                <a14:m>
                  <m:oMath xmlns:m="http://schemas.openxmlformats.org/officeDocument/2006/math">
                    <m:r>
                      <a:rPr lang="en-IN" i="1">
                        <a:latin typeface="Cambria Math" panose="02040503050406030204" pitchFamily="18" charset="0"/>
                      </a:rPr>
                      <m:t>𝑘</m:t>
                    </m:r>
                  </m:oMath>
                </a14:m>
                <a:r>
                  <a:rPr lang="en-IN" dirty="0">
                    <a:latin typeface="Amasis MT Pro" panose="02040504050005020304" pitchFamily="18" charset="0"/>
                  </a:rPr>
                  <a:t>and </a:t>
                </a:r>
                <a14:m>
                  <m:oMath xmlns:m="http://schemas.openxmlformats.org/officeDocument/2006/math">
                    <m:r>
                      <a:rPr lang="en-IN" i="1">
                        <a:latin typeface="Cambria Math" panose="02040503050406030204" pitchFamily="18" charset="0"/>
                      </a:rPr>
                      <m:t>𝛽</m:t>
                    </m:r>
                  </m:oMath>
                </a14:m>
                <a:r>
                  <a:rPr lang="en-IN" dirty="0">
                    <a:latin typeface="Amasis MT Pro" panose="02040504050005020304" pitchFamily="18" charset="0"/>
                  </a:rPr>
                  <a:t>from the corpus.</a:t>
                </a:r>
              </a:p>
              <a:p>
                <a:r>
                  <a:rPr lang="en-IN" dirty="0">
                    <a:latin typeface="Amasis MT Pro" panose="02040504050005020304" pitchFamily="18" charset="0"/>
                  </a:rPr>
                  <a:t>Plot the predicted Heap’s Law curve and compare it with the actual vocabulary growth curve.</a:t>
                </a:r>
              </a:p>
              <a:p>
                <a:r>
                  <a:rPr lang="en-IN" dirty="0">
                    <a:latin typeface="Amasis MT Pro" panose="02040504050005020304" pitchFamily="18" charset="0"/>
                  </a:rPr>
                  <a:t>Comment on whether Heap’s Law holds for the given corpus.</a:t>
                </a:r>
              </a:p>
            </p:txBody>
          </p:sp>
        </mc:Choice>
        <mc:Fallback>
          <p:sp>
            <p:nvSpPr>
              <p:cNvPr id="170" name="Google Shape;170;p31"/>
              <p:cNvSpPr txBox="1">
                <a:spLocks noRot="1" noChangeAspect="1" noMove="1" noResize="1" noEditPoints="1" noAdjustHandles="1" noChangeArrowheads="1" noChangeShapeType="1" noTextEdit="1"/>
              </p:cNvSpPr>
              <p:nvPr/>
            </p:nvSpPr>
            <p:spPr>
              <a:xfrm>
                <a:off x="453118" y="1017579"/>
                <a:ext cx="8327400" cy="3310941"/>
              </a:xfrm>
              <a:prstGeom prst="rect">
                <a:avLst/>
              </a:prstGeom>
              <a:blipFill>
                <a:blip r:embed="rId3"/>
                <a:stretch>
                  <a:fillRect l="-439" t="-737" b="-1473"/>
                </a:stretch>
              </a:blipFill>
              <a:ln>
                <a:noFill/>
              </a:ln>
            </p:spPr>
            <p:txBody>
              <a:bodyPr/>
              <a:lstStyle/>
              <a:p>
                <a:r>
                  <a:rPr lang="en-IN">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2"/>
          <p:cNvSpPr txBox="1">
            <a:spLocks noGrp="1"/>
          </p:cNvSpPr>
          <p:nvPr>
            <p:ph type="title"/>
          </p:nvPr>
        </p:nvSpPr>
        <p:spPr>
          <a:xfrm>
            <a:off x="892448" y="2045807"/>
            <a:ext cx="6966600" cy="809100"/>
          </a:xfrm>
          <a:prstGeom prst="rect">
            <a:avLst/>
          </a:prstGeom>
          <a:noFill/>
          <a:ln>
            <a:noFill/>
          </a:ln>
        </p:spPr>
        <p:txBody>
          <a:bodyPr spcFirstLastPara="1" wrap="square" lIns="68575" tIns="34275" rIns="68575" bIns="34275" anchor="ctr" anchorCtr="0">
            <a:normAutofit/>
          </a:bodyPr>
          <a:lstStyle/>
          <a:p>
            <a:pPr marL="0" lvl="0" indent="0" algn="ctr" rtl="0">
              <a:lnSpc>
                <a:spcPct val="100000"/>
              </a:lnSpc>
              <a:spcBef>
                <a:spcPts val="0"/>
              </a:spcBef>
              <a:spcAft>
                <a:spcPts val="0"/>
              </a:spcAft>
              <a:buClr>
                <a:schemeClr val="dk1"/>
              </a:buClr>
              <a:buSzPts val="4500"/>
              <a:buFont typeface="Arial"/>
              <a:buNone/>
            </a:pPr>
            <a:r>
              <a:rPr lang="en" sz="4500">
                <a:latin typeface="Amasis MT Pro" panose="02040504050005020304" pitchFamily="18" charset="0"/>
                <a:ea typeface="Arial"/>
                <a:cs typeface="Arial"/>
                <a:sym typeface="Arial"/>
              </a:rPr>
              <a:t>Thank you !</a:t>
            </a:r>
            <a:endParaRPr sz="2000">
              <a:latin typeface="Amasis MT Pro" panose="02040504050005020304" pitchFamily="18" charset="0"/>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695</Words>
  <Application>Microsoft Office PowerPoint</Application>
  <PresentationFormat>On-screen Show (16:9)</PresentationFormat>
  <Paragraphs>60</Paragraphs>
  <Slides>6</Slides>
  <Notes>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6</vt:i4>
      </vt:variant>
    </vt:vector>
  </HeadingPairs>
  <TitlesOfParts>
    <vt:vector size="13" baseType="lpstr">
      <vt:lpstr>Amasis MT Pro</vt:lpstr>
      <vt:lpstr>Arial</vt:lpstr>
      <vt:lpstr>Calibri</vt:lpstr>
      <vt:lpstr>Cambria Math</vt:lpstr>
      <vt:lpstr>Wingdings</vt:lpstr>
      <vt:lpstr>Office Theme</vt:lpstr>
      <vt:lpstr>Simple Light</vt:lpstr>
      <vt:lpstr>PowerPoint Presentation</vt:lpstr>
      <vt:lpstr>Objectives</vt:lpstr>
      <vt:lpstr>Assignment 1</vt:lpstr>
      <vt:lpstr>PowerPoint Presentation</vt:lpstr>
      <vt:lpstr>Assignment-2</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Sunil Kumar</cp:lastModifiedBy>
  <cp:revision>1</cp:revision>
  <dcterms:modified xsi:type="dcterms:W3CDTF">2026-01-26T17:09:29Z</dcterms:modified>
</cp:coreProperties>
</file>